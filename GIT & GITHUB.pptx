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71" r:id="rId23"/>
    <p:sldId id="268" r:id="rId24"/>
    <p:sldId id="272" r:id="rId25"/>
    <p:sldId id="269" r:id="rId26"/>
    <p:sldId id="270" r:id="rId27"/>
    <p:sldId id="273" r:id="rId28"/>
    <p:sldId id="274" r:id="rId29"/>
    <p:sldId id="275" r:id="rId30"/>
    <p:sldId id="276" r:id="rId31"/>
    <p:sldId id="277" r:id="rId32"/>
    <p:sldId id="278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 Pro" userId="d9ac0b2d6d6f1aa7" providerId="LiveId" clId="{911B189F-0B54-4367-9F58-237CC98A9B72}"/>
    <pc:docChg chg="undo custSel addSld modSld">
      <pc:chgData name="Bon Pro" userId="d9ac0b2d6d6f1aa7" providerId="LiveId" clId="{911B189F-0B54-4367-9F58-237CC98A9B72}" dt="2026-08-14T02:06:58.139" v="943" actId="27636"/>
      <pc:docMkLst>
        <pc:docMk/>
      </pc:docMkLst>
      <pc:sldChg chg="modSp mod">
        <pc:chgData name="Bon Pro" userId="d9ac0b2d6d6f1aa7" providerId="LiveId" clId="{911B189F-0B54-4367-9F58-237CC98A9B72}" dt="2026-08-13T15:23:28.773" v="872"/>
        <pc:sldMkLst>
          <pc:docMk/>
          <pc:sldMk cId="2915331850" sldId="256"/>
        </pc:sldMkLst>
        <pc:spChg chg="mod">
          <ac:chgData name="Bon Pro" userId="d9ac0b2d6d6f1aa7" providerId="LiveId" clId="{911B189F-0B54-4367-9F58-237CC98A9B72}" dt="2026-08-13T15:23:28.773" v="872"/>
          <ac:spMkLst>
            <pc:docMk/>
            <pc:sldMk cId="2915331850" sldId="256"/>
            <ac:spMk id="3" creationId="{1F48522B-AEBE-DDCD-E2E5-02E1BEDC353F}"/>
          </ac:spMkLst>
        </pc:spChg>
      </pc:sldChg>
      <pc:sldChg chg="modSp new mod">
        <pc:chgData name="Bon Pro" userId="d9ac0b2d6d6f1aa7" providerId="LiveId" clId="{911B189F-0B54-4367-9F58-237CC98A9B72}" dt="2026-08-11T03:26:21.114" v="4" actId="27636"/>
        <pc:sldMkLst>
          <pc:docMk/>
          <pc:sldMk cId="1035261133" sldId="257"/>
        </pc:sldMkLst>
        <pc:spChg chg="mod">
          <ac:chgData name="Bon Pro" userId="d9ac0b2d6d6f1aa7" providerId="LiveId" clId="{911B189F-0B54-4367-9F58-237CC98A9B72}" dt="2026-08-11T03:26:21.114" v="4" actId="27636"/>
          <ac:spMkLst>
            <pc:docMk/>
            <pc:sldMk cId="1035261133" sldId="257"/>
            <ac:spMk id="3" creationId="{342DA341-ED86-FCEE-5A4E-6CDFCBE00AD6}"/>
          </ac:spMkLst>
        </pc:spChg>
      </pc:sldChg>
      <pc:sldChg chg="modSp new mod">
        <pc:chgData name="Bon Pro" userId="d9ac0b2d6d6f1aa7" providerId="LiveId" clId="{911B189F-0B54-4367-9F58-237CC98A9B72}" dt="2026-08-12T06:40:09.416" v="14"/>
        <pc:sldMkLst>
          <pc:docMk/>
          <pc:sldMk cId="956118313" sldId="258"/>
        </pc:sldMkLst>
        <pc:spChg chg="mod">
          <ac:chgData name="Bon Pro" userId="d9ac0b2d6d6f1aa7" providerId="LiveId" clId="{911B189F-0B54-4367-9F58-237CC98A9B72}" dt="2026-08-12T06:39:43.420" v="13" actId="113"/>
          <ac:spMkLst>
            <pc:docMk/>
            <pc:sldMk cId="956118313" sldId="258"/>
            <ac:spMk id="2" creationId="{F66D33DE-E44F-5B30-5B06-CB1722463B57}"/>
          </ac:spMkLst>
        </pc:spChg>
        <pc:spChg chg="mod">
          <ac:chgData name="Bon Pro" userId="d9ac0b2d6d6f1aa7" providerId="LiveId" clId="{911B189F-0B54-4367-9F58-237CC98A9B72}" dt="2026-08-12T06:40:09.416" v="14"/>
          <ac:spMkLst>
            <pc:docMk/>
            <pc:sldMk cId="956118313" sldId="258"/>
            <ac:spMk id="3" creationId="{F48357C1-3CB4-1C3B-A75A-E97A0D928225}"/>
          </ac:spMkLst>
        </pc:spChg>
      </pc:sldChg>
      <pc:sldChg chg="modSp new mod">
        <pc:chgData name="Bon Pro" userId="d9ac0b2d6d6f1aa7" providerId="LiveId" clId="{911B189F-0B54-4367-9F58-237CC98A9B72}" dt="2026-08-12T06:41:52.791" v="19" actId="27636"/>
        <pc:sldMkLst>
          <pc:docMk/>
          <pc:sldMk cId="2401444362" sldId="259"/>
        </pc:sldMkLst>
        <pc:spChg chg="mod">
          <ac:chgData name="Bon Pro" userId="d9ac0b2d6d6f1aa7" providerId="LiveId" clId="{911B189F-0B54-4367-9F58-237CC98A9B72}" dt="2026-08-12T06:41:31.682" v="17" actId="20578"/>
          <ac:spMkLst>
            <pc:docMk/>
            <pc:sldMk cId="2401444362" sldId="259"/>
            <ac:spMk id="2" creationId="{648A7E5F-98C9-5E2A-5903-0D2D918CE0C1}"/>
          </ac:spMkLst>
        </pc:spChg>
        <pc:spChg chg="mod">
          <ac:chgData name="Bon Pro" userId="d9ac0b2d6d6f1aa7" providerId="LiveId" clId="{911B189F-0B54-4367-9F58-237CC98A9B72}" dt="2026-08-12T06:41:52.791" v="19" actId="27636"/>
          <ac:spMkLst>
            <pc:docMk/>
            <pc:sldMk cId="2401444362" sldId="259"/>
            <ac:spMk id="3" creationId="{1B15CB0E-E2A6-3190-3E2D-18C7077C1D2B}"/>
          </ac:spMkLst>
        </pc:spChg>
      </pc:sldChg>
      <pc:sldChg chg="addSp delSp modSp new mod">
        <pc:chgData name="Bon Pro" userId="d9ac0b2d6d6f1aa7" providerId="LiveId" clId="{911B189F-0B54-4367-9F58-237CC98A9B72}" dt="2026-08-12T06:42:52.466" v="23"/>
        <pc:sldMkLst>
          <pc:docMk/>
          <pc:sldMk cId="3921702223" sldId="260"/>
        </pc:sldMkLst>
        <pc:spChg chg="mod">
          <ac:chgData name="Bon Pro" userId="d9ac0b2d6d6f1aa7" providerId="LiveId" clId="{911B189F-0B54-4367-9F58-237CC98A9B72}" dt="2026-08-12T06:42:43.139" v="22" actId="113"/>
          <ac:spMkLst>
            <pc:docMk/>
            <pc:sldMk cId="3921702223" sldId="260"/>
            <ac:spMk id="2" creationId="{62FB29A7-3938-3264-2D0D-2463CD977FAA}"/>
          </ac:spMkLst>
        </pc:spChg>
        <pc:graphicFrameChg chg="add mod">
          <ac:chgData name="Bon Pro" userId="d9ac0b2d6d6f1aa7" providerId="LiveId" clId="{911B189F-0B54-4367-9F58-237CC98A9B72}" dt="2026-08-12T06:42:52.466" v="23"/>
          <ac:graphicFrameMkLst>
            <pc:docMk/>
            <pc:sldMk cId="3921702223" sldId="260"/>
            <ac:graphicFrameMk id="4" creationId="{59A61368-97EC-313B-75A8-DC15971F9FA9}"/>
          </ac:graphicFrameMkLst>
        </pc:graphicFrameChg>
      </pc:sldChg>
      <pc:sldChg chg="modSp new mod">
        <pc:chgData name="Bon Pro" userId="d9ac0b2d6d6f1aa7" providerId="LiveId" clId="{911B189F-0B54-4367-9F58-237CC98A9B72}" dt="2026-08-12T06:43:18.908" v="26" actId="27636"/>
        <pc:sldMkLst>
          <pc:docMk/>
          <pc:sldMk cId="2583907672" sldId="261"/>
        </pc:sldMkLst>
        <pc:spChg chg="mod">
          <ac:chgData name="Bon Pro" userId="d9ac0b2d6d6f1aa7" providerId="LiveId" clId="{911B189F-0B54-4367-9F58-237CC98A9B72}" dt="2026-08-12T06:43:18.908" v="26" actId="27636"/>
          <ac:spMkLst>
            <pc:docMk/>
            <pc:sldMk cId="2583907672" sldId="261"/>
            <ac:spMk id="3" creationId="{8515321F-0904-71E4-9669-E82393D5F9DC}"/>
          </ac:spMkLst>
        </pc:spChg>
      </pc:sldChg>
      <pc:sldChg chg="modSp new mod">
        <pc:chgData name="Bon Pro" userId="d9ac0b2d6d6f1aa7" providerId="LiveId" clId="{911B189F-0B54-4367-9F58-237CC98A9B72}" dt="2026-08-12T07:00:23.203" v="185" actId="27636"/>
        <pc:sldMkLst>
          <pc:docMk/>
          <pc:sldMk cId="1991669182" sldId="262"/>
        </pc:sldMkLst>
        <pc:spChg chg="mod">
          <ac:chgData name="Bon Pro" userId="d9ac0b2d6d6f1aa7" providerId="LiveId" clId="{911B189F-0B54-4367-9F58-237CC98A9B72}" dt="2026-08-12T06:46:30.793" v="39" actId="113"/>
          <ac:spMkLst>
            <pc:docMk/>
            <pc:sldMk cId="1991669182" sldId="262"/>
            <ac:spMk id="2" creationId="{AE740109-4563-E4FF-96D0-10D9C649CB7B}"/>
          </ac:spMkLst>
        </pc:spChg>
        <pc:spChg chg="mod">
          <ac:chgData name="Bon Pro" userId="d9ac0b2d6d6f1aa7" providerId="LiveId" clId="{911B189F-0B54-4367-9F58-237CC98A9B72}" dt="2026-08-12T07:00:23.203" v="185" actId="27636"/>
          <ac:spMkLst>
            <pc:docMk/>
            <pc:sldMk cId="1991669182" sldId="262"/>
            <ac:spMk id="3" creationId="{DD1D53B7-0B87-82EE-4D61-91A589BE5C11}"/>
          </ac:spMkLst>
        </pc:spChg>
      </pc:sldChg>
      <pc:sldChg chg="modSp new mod">
        <pc:chgData name="Bon Pro" userId="d9ac0b2d6d6f1aa7" providerId="LiveId" clId="{911B189F-0B54-4367-9F58-237CC98A9B72}" dt="2026-08-13T00:54:34.876" v="791" actId="20577"/>
        <pc:sldMkLst>
          <pc:docMk/>
          <pc:sldMk cId="1009549815" sldId="263"/>
        </pc:sldMkLst>
        <pc:spChg chg="mod">
          <ac:chgData name="Bon Pro" userId="d9ac0b2d6d6f1aa7" providerId="LiveId" clId="{911B189F-0B54-4367-9F58-237CC98A9B72}" dt="2026-08-12T14:57:09.803" v="515" actId="113"/>
          <ac:spMkLst>
            <pc:docMk/>
            <pc:sldMk cId="1009549815" sldId="263"/>
            <ac:spMk id="2" creationId="{CA2EF926-7C7E-733F-7ACC-82C45A4B3BDC}"/>
          </ac:spMkLst>
        </pc:spChg>
        <pc:spChg chg="mod">
          <ac:chgData name="Bon Pro" userId="d9ac0b2d6d6f1aa7" providerId="LiveId" clId="{911B189F-0B54-4367-9F58-237CC98A9B72}" dt="2026-08-13T00:54:34.876" v="791" actId="20577"/>
          <ac:spMkLst>
            <pc:docMk/>
            <pc:sldMk cId="1009549815" sldId="263"/>
            <ac:spMk id="3" creationId="{BDBEBE1E-409F-9EB6-05FC-8D78D9FDDB33}"/>
          </ac:spMkLst>
        </pc:spChg>
      </pc:sldChg>
      <pc:sldChg chg="modSp new">
        <pc:chgData name="Bon Pro" userId="d9ac0b2d6d6f1aa7" providerId="LiveId" clId="{911B189F-0B54-4367-9F58-237CC98A9B72}" dt="2026-08-12T07:03:17.275" v="274"/>
        <pc:sldMkLst>
          <pc:docMk/>
          <pc:sldMk cId="2247684710" sldId="264"/>
        </pc:sldMkLst>
        <pc:spChg chg="mod">
          <ac:chgData name="Bon Pro" userId="d9ac0b2d6d6f1aa7" providerId="LiveId" clId="{911B189F-0B54-4367-9F58-237CC98A9B72}" dt="2026-08-12T07:03:17.275" v="274"/>
          <ac:spMkLst>
            <pc:docMk/>
            <pc:sldMk cId="2247684710" sldId="264"/>
            <ac:spMk id="3" creationId="{0E10CD44-F882-D859-45B5-0AFFF5C39C6B}"/>
          </ac:spMkLst>
        </pc:spChg>
      </pc:sldChg>
      <pc:sldChg chg="modSp new">
        <pc:chgData name="Bon Pro" userId="d9ac0b2d6d6f1aa7" providerId="LiveId" clId="{911B189F-0B54-4367-9F58-237CC98A9B72}" dt="2026-08-13T00:55:54.566" v="794"/>
        <pc:sldMkLst>
          <pc:docMk/>
          <pc:sldMk cId="1011797899" sldId="265"/>
        </pc:sldMkLst>
        <pc:spChg chg="mod">
          <ac:chgData name="Bon Pro" userId="d9ac0b2d6d6f1aa7" providerId="LiveId" clId="{911B189F-0B54-4367-9F58-237CC98A9B72}" dt="2026-08-13T00:55:54.566" v="794"/>
          <ac:spMkLst>
            <pc:docMk/>
            <pc:sldMk cId="1011797899" sldId="265"/>
            <ac:spMk id="3" creationId="{6BEB2420-97EB-520A-9902-4AB47CE5342D}"/>
          </ac:spMkLst>
        </pc:spChg>
      </pc:sldChg>
      <pc:sldChg chg="modSp new mod">
        <pc:chgData name="Bon Pro" userId="d9ac0b2d6d6f1aa7" providerId="LiveId" clId="{911B189F-0B54-4367-9F58-237CC98A9B72}" dt="2026-08-13T00:57:35.371" v="801"/>
        <pc:sldMkLst>
          <pc:docMk/>
          <pc:sldMk cId="3623224116" sldId="266"/>
        </pc:sldMkLst>
        <pc:spChg chg="mod">
          <ac:chgData name="Bon Pro" userId="d9ac0b2d6d6f1aa7" providerId="LiveId" clId="{911B189F-0B54-4367-9F58-237CC98A9B72}" dt="2026-08-13T00:57:35.371" v="801"/>
          <ac:spMkLst>
            <pc:docMk/>
            <pc:sldMk cId="3623224116" sldId="266"/>
            <ac:spMk id="3" creationId="{9599AC8E-4EC1-8937-2EF7-62FC7710C112}"/>
          </ac:spMkLst>
        </pc:spChg>
      </pc:sldChg>
      <pc:sldChg chg="modSp new mod">
        <pc:chgData name="Bon Pro" userId="d9ac0b2d6d6f1aa7" providerId="LiveId" clId="{911B189F-0B54-4367-9F58-237CC98A9B72}" dt="2026-08-13T01:01:07.270" v="820" actId="27636"/>
        <pc:sldMkLst>
          <pc:docMk/>
          <pc:sldMk cId="2539775274" sldId="267"/>
        </pc:sldMkLst>
        <pc:spChg chg="mod">
          <ac:chgData name="Bon Pro" userId="d9ac0b2d6d6f1aa7" providerId="LiveId" clId="{911B189F-0B54-4367-9F58-237CC98A9B72}" dt="2026-08-13T01:01:07.270" v="820" actId="27636"/>
          <ac:spMkLst>
            <pc:docMk/>
            <pc:sldMk cId="2539775274" sldId="267"/>
            <ac:spMk id="3" creationId="{F529D569-0262-9AB8-2371-F75E40A9531C}"/>
          </ac:spMkLst>
        </pc:spChg>
      </pc:sldChg>
      <pc:sldChg chg="modSp new">
        <pc:chgData name="Bon Pro" userId="d9ac0b2d6d6f1aa7" providerId="LiveId" clId="{911B189F-0B54-4367-9F58-237CC98A9B72}" dt="2026-08-13T01:03:43.626" v="834"/>
        <pc:sldMkLst>
          <pc:docMk/>
          <pc:sldMk cId="1590631212" sldId="268"/>
        </pc:sldMkLst>
        <pc:spChg chg="mod">
          <ac:chgData name="Bon Pro" userId="d9ac0b2d6d6f1aa7" providerId="LiveId" clId="{911B189F-0B54-4367-9F58-237CC98A9B72}" dt="2026-08-13T01:03:43.626" v="834"/>
          <ac:spMkLst>
            <pc:docMk/>
            <pc:sldMk cId="1590631212" sldId="268"/>
            <ac:spMk id="3" creationId="{54A51099-9509-FB75-9FCA-4627FEA9F581}"/>
          </ac:spMkLst>
        </pc:spChg>
      </pc:sldChg>
      <pc:sldChg chg="modSp new mod">
        <pc:chgData name="Bon Pro" userId="d9ac0b2d6d6f1aa7" providerId="LiveId" clId="{911B189F-0B54-4367-9F58-237CC98A9B72}" dt="2026-08-13T01:06:39.365" v="842"/>
        <pc:sldMkLst>
          <pc:docMk/>
          <pc:sldMk cId="2681786478" sldId="269"/>
        </pc:sldMkLst>
        <pc:spChg chg="mod">
          <ac:chgData name="Bon Pro" userId="d9ac0b2d6d6f1aa7" providerId="LiveId" clId="{911B189F-0B54-4367-9F58-237CC98A9B72}" dt="2026-08-13T01:06:26.794" v="841" actId="113"/>
          <ac:spMkLst>
            <pc:docMk/>
            <pc:sldMk cId="2681786478" sldId="269"/>
            <ac:spMk id="2" creationId="{7AD0286C-6A1B-57F6-16DC-039CC40AFE79}"/>
          </ac:spMkLst>
        </pc:spChg>
        <pc:spChg chg="mod">
          <ac:chgData name="Bon Pro" userId="d9ac0b2d6d6f1aa7" providerId="LiveId" clId="{911B189F-0B54-4367-9F58-237CC98A9B72}" dt="2026-08-13T01:06:39.365" v="842"/>
          <ac:spMkLst>
            <pc:docMk/>
            <pc:sldMk cId="2681786478" sldId="269"/>
            <ac:spMk id="3" creationId="{A7639482-04DB-BDCB-45FF-FDB86237A8E5}"/>
          </ac:spMkLst>
        </pc:spChg>
      </pc:sldChg>
      <pc:sldChg chg="modSp new mod">
        <pc:chgData name="Bon Pro" userId="d9ac0b2d6d6f1aa7" providerId="LiveId" clId="{911B189F-0B54-4367-9F58-237CC98A9B72}" dt="2026-08-13T01:06:58.848" v="844" actId="27636"/>
        <pc:sldMkLst>
          <pc:docMk/>
          <pc:sldMk cId="3160322901" sldId="270"/>
        </pc:sldMkLst>
        <pc:spChg chg="mod">
          <ac:chgData name="Bon Pro" userId="d9ac0b2d6d6f1aa7" providerId="LiveId" clId="{911B189F-0B54-4367-9F58-237CC98A9B72}" dt="2026-08-13T01:06:58.848" v="844" actId="27636"/>
          <ac:spMkLst>
            <pc:docMk/>
            <pc:sldMk cId="3160322901" sldId="270"/>
            <ac:spMk id="3" creationId="{70A07EAA-B19F-257F-06F0-4D762E97627E}"/>
          </ac:spMkLst>
        </pc:spChg>
      </pc:sldChg>
      <pc:sldChg chg="modSp new mod">
        <pc:chgData name="Bon Pro" userId="d9ac0b2d6d6f1aa7" providerId="LiveId" clId="{911B189F-0B54-4367-9F58-237CC98A9B72}" dt="2026-08-13T01:03:05.096" v="832"/>
        <pc:sldMkLst>
          <pc:docMk/>
          <pc:sldMk cId="2804089655" sldId="271"/>
        </pc:sldMkLst>
        <pc:spChg chg="mod">
          <ac:chgData name="Bon Pro" userId="d9ac0b2d6d6f1aa7" providerId="LiveId" clId="{911B189F-0B54-4367-9F58-237CC98A9B72}" dt="2026-08-13T01:03:05.096" v="832"/>
          <ac:spMkLst>
            <pc:docMk/>
            <pc:sldMk cId="2804089655" sldId="271"/>
            <ac:spMk id="3" creationId="{DF8B2E52-C107-190B-3B88-3710D21D11F5}"/>
          </ac:spMkLst>
        </pc:spChg>
      </pc:sldChg>
      <pc:sldChg chg="modSp new">
        <pc:chgData name="Bon Pro" userId="d9ac0b2d6d6f1aa7" providerId="LiveId" clId="{911B189F-0B54-4367-9F58-237CC98A9B72}" dt="2026-08-13T01:05:14.923" v="837"/>
        <pc:sldMkLst>
          <pc:docMk/>
          <pc:sldMk cId="1974666278" sldId="272"/>
        </pc:sldMkLst>
        <pc:spChg chg="mod">
          <ac:chgData name="Bon Pro" userId="d9ac0b2d6d6f1aa7" providerId="LiveId" clId="{911B189F-0B54-4367-9F58-237CC98A9B72}" dt="2026-08-13T01:05:14.923" v="837"/>
          <ac:spMkLst>
            <pc:docMk/>
            <pc:sldMk cId="1974666278" sldId="272"/>
            <ac:spMk id="3" creationId="{ADAEC81B-8577-137A-483A-79218BFB3DFF}"/>
          </ac:spMkLst>
        </pc:spChg>
      </pc:sldChg>
      <pc:sldChg chg="modSp new">
        <pc:chgData name="Bon Pro" userId="d9ac0b2d6d6f1aa7" providerId="LiveId" clId="{911B189F-0B54-4367-9F58-237CC98A9B72}" dt="2026-08-13T01:07:30.007" v="846"/>
        <pc:sldMkLst>
          <pc:docMk/>
          <pc:sldMk cId="3466977738" sldId="273"/>
        </pc:sldMkLst>
        <pc:spChg chg="mod">
          <ac:chgData name="Bon Pro" userId="d9ac0b2d6d6f1aa7" providerId="LiveId" clId="{911B189F-0B54-4367-9F58-237CC98A9B72}" dt="2026-08-13T01:07:30.007" v="846"/>
          <ac:spMkLst>
            <pc:docMk/>
            <pc:sldMk cId="3466977738" sldId="273"/>
            <ac:spMk id="3" creationId="{496A69F2-A5F8-6EFA-0B6D-FAC810894147}"/>
          </ac:spMkLst>
        </pc:spChg>
      </pc:sldChg>
      <pc:sldChg chg="modSp new">
        <pc:chgData name="Bon Pro" userId="d9ac0b2d6d6f1aa7" providerId="LiveId" clId="{911B189F-0B54-4367-9F58-237CC98A9B72}" dt="2026-08-13T01:07:52.547" v="848"/>
        <pc:sldMkLst>
          <pc:docMk/>
          <pc:sldMk cId="2717321842" sldId="274"/>
        </pc:sldMkLst>
        <pc:spChg chg="mod">
          <ac:chgData name="Bon Pro" userId="d9ac0b2d6d6f1aa7" providerId="LiveId" clId="{911B189F-0B54-4367-9F58-237CC98A9B72}" dt="2026-08-13T01:07:52.547" v="848"/>
          <ac:spMkLst>
            <pc:docMk/>
            <pc:sldMk cId="2717321842" sldId="274"/>
            <ac:spMk id="3" creationId="{14B8DC9B-A3BE-C273-5181-8B1E55789F44}"/>
          </ac:spMkLst>
        </pc:spChg>
      </pc:sldChg>
      <pc:sldChg chg="modSp new mod">
        <pc:chgData name="Bon Pro" userId="d9ac0b2d6d6f1aa7" providerId="LiveId" clId="{911B189F-0B54-4367-9F58-237CC98A9B72}" dt="2026-08-13T01:08:10.984" v="851" actId="27636"/>
        <pc:sldMkLst>
          <pc:docMk/>
          <pc:sldMk cId="1681922673" sldId="275"/>
        </pc:sldMkLst>
        <pc:spChg chg="mod">
          <ac:chgData name="Bon Pro" userId="d9ac0b2d6d6f1aa7" providerId="LiveId" clId="{911B189F-0B54-4367-9F58-237CC98A9B72}" dt="2026-08-13T01:08:10.984" v="851" actId="27636"/>
          <ac:spMkLst>
            <pc:docMk/>
            <pc:sldMk cId="1681922673" sldId="275"/>
            <ac:spMk id="3" creationId="{C41D22A8-CD1D-77C3-D467-21CF665FE5CD}"/>
          </ac:spMkLst>
        </pc:spChg>
      </pc:sldChg>
      <pc:sldChg chg="addSp delSp modSp new mod">
        <pc:chgData name="Bon Pro" userId="d9ac0b2d6d6f1aa7" providerId="LiveId" clId="{911B189F-0B54-4367-9F58-237CC98A9B72}" dt="2026-08-13T01:11:13.283" v="860"/>
        <pc:sldMkLst>
          <pc:docMk/>
          <pc:sldMk cId="1705830000" sldId="276"/>
        </pc:sldMkLst>
        <pc:spChg chg="mod">
          <ac:chgData name="Bon Pro" userId="d9ac0b2d6d6f1aa7" providerId="LiveId" clId="{911B189F-0B54-4367-9F58-237CC98A9B72}" dt="2026-08-13T01:10:51.857" v="859" actId="207"/>
          <ac:spMkLst>
            <pc:docMk/>
            <pc:sldMk cId="1705830000" sldId="276"/>
            <ac:spMk id="2" creationId="{AF376EEC-1828-D53B-A06D-8FFD4C024B99}"/>
          </ac:spMkLst>
        </pc:spChg>
        <pc:spChg chg="del">
          <ac:chgData name="Bon Pro" userId="d9ac0b2d6d6f1aa7" providerId="LiveId" clId="{911B189F-0B54-4367-9F58-237CC98A9B72}" dt="2026-08-13T01:11:13.283" v="860"/>
          <ac:spMkLst>
            <pc:docMk/>
            <pc:sldMk cId="1705830000" sldId="276"/>
            <ac:spMk id="3" creationId="{EB8B5291-7FD0-D224-E564-BFB2E298A9CD}"/>
          </ac:spMkLst>
        </pc:spChg>
        <pc:graphicFrameChg chg="add mod">
          <ac:chgData name="Bon Pro" userId="d9ac0b2d6d6f1aa7" providerId="LiveId" clId="{911B189F-0B54-4367-9F58-237CC98A9B72}" dt="2026-08-13T01:11:13.283" v="860"/>
          <ac:graphicFrameMkLst>
            <pc:docMk/>
            <pc:sldMk cId="1705830000" sldId="276"/>
            <ac:graphicFrameMk id="4" creationId="{181EB410-F07A-3A91-61B7-B0B2E5513FB3}"/>
          </ac:graphicFrameMkLst>
        </pc:graphicFrameChg>
      </pc:sldChg>
      <pc:sldChg chg="modSp new">
        <pc:chgData name="Bon Pro" userId="d9ac0b2d6d6f1aa7" providerId="LiveId" clId="{911B189F-0B54-4367-9F58-237CC98A9B72}" dt="2026-08-13T01:11:35.006" v="862"/>
        <pc:sldMkLst>
          <pc:docMk/>
          <pc:sldMk cId="948835758" sldId="277"/>
        </pc:sldMkLst>
        <pc:spChg chg="mod">
          <ac:chgData name="Bon Pro" userId="d9ac0b2d6d6f1aa7" providerId="LiveId" clId="{911B189F-0B54-4367-9F58-237CC98A9B72}" dt="2026-08-13T01:11:35.006" v="862"/>
          <ac:spMkLst>
            <pc:docMk/>
            <pc:sldMk cId="948835758" sldId="277"/>
            <ac:spMk id="3" creationId="{E3878AEA-3662-72A5-1787-41B3AF2E6218}"/>
          </ac:spMkLst>
        </pc:spChg>
      </pc:sldChg>
      <pc:sldChg chg="addSp delSp modSp new">
        <pc:chgData name="Bon Pro" userId="d9ac0b2d6d6f1aa7" providerId="LiveId" clId="{911B189F-0B54-4367-9F58-237CC98A9B72}" dt="2026-08-13T01:14:15.317" v="864"/>
        <pc:sldMkLst>
          <pc:docMk/>
          <pc:sldMk cId="3875892679" sldId="278"/>
        </pc:sldMkLst>
        <pc:spChg chg="del">
          <ac:chgData name="Bon Pro" userId="d9ac0b2d6d6f1aa7" providerId="LiveId" clId="{911B189F-0B54-4367-9F58-237CC98A9B72}" dt="2026-08-13T01:14:15.317" v="864"/>
          <ac:spMkLst>
            <pc:docMk/>
            <pc:sldMk cId="3875892679" sldId="278"/>
            <ac:spMk id="3" creationId="{ED855A57-7A09-841B-DA54-BDC75923D65F}"/>
          </ac:spMkLst>
        </pc:spChg>
        <pc:picChg chg="add mod">
          <ac:chgData name="Bon Pro" userId="d9ac0b2d6d6f1aa7" providerId="LiveId" clId="{911B189F-0B54-4367-9F58-237CC98A9B72}" dt="2026-08-13T01:14:15.317" v="864"/>
          <ac:picMkLst>
            <pc:docMk/>
            <pc:sldMk cId="3875892679" sldId="278"/>
            <ac:picMk id="4" creationId="{B1088B46-BFFA-06A1-CB44-1BDF3DF043AD}"/>
          </ac:picMkLst>
        </pc:picChg>
      </pc:sldChg>
      <pc:sldChg chg="modSp new mod">
        <pc:chgData name="Bon Pro" userId="d9ac0b2d6d6f1aa7" providerId="LiveId" clId="{911B189F-0B54-4367-9F58-237CC98A9B72}" dt="2026-08-14T01:24:14.138" v="897" actId="20577"/>
        <pc:sldMkLst>
          <pc:docMk/>
          <pc:sldMk cId="2697125970" sldId="279"/>
        </pc:sldMkLst>
        <pc:spChg chg="mod">
          <ac:chgData name="Bon Pro" userId="d9ac0b2d6d6f1aa7" providerId="LiveId" clId="{911B189F-0B54-4367-9F58-237CC98A9B72}" dt="2026-08-14T01:24:14.138" v="897" actId="20577"/>
          <ac:spMkLst>
            <pc:docMk/>
            <pc:sldMk cId="2697125970" sldId="279"/>
            <ac:spMk id="3" creationId="{3E7E7868-9AC2-8CB9-D0DC-F14B0837A043}"/>
          </ac:spMkLst>
        </pc:spChg>
      </pc:sldChg>
      <pc:sldChg chg="modSp new">
        <pc:chgData name="Bon Pro" userId="d9ac0b2d6d6f1aa7" providerId="LiveId" clId="{911B189F-0B54-4367-9F58-237CC98A9B72}" dt="2026-08-14T01:24:44.440" v="899"/>
        <pc:sldMkLst>
          <pc:docMk/>
          <pc:sldMk cId="2823226274" sldId="280"/>
        </pc:sldMkLst>
        <pc:spChg chg="mod">
          <ac:chgData name="Bon Pro" userId="d9ac0b2d6d6f1aa7" providerId="LiveId" clId="{911B189F-0B54-4367-9F58-237CC98A9B72}" dt="2026-08-14T01:24:44.440" v="899"/>
          <ac:spMkLst>
            <pc:docMk/>
            <pc:sldMk cId="2823226274" sldId="280"/>
            <ac:spMk id="3" creationId="{3247636B-C1F1-A792-2353-9FFB2D50DEAA}"/>
          </ac:spMkLst>
        </pc:spChg>
      </pc:sldChg>
      <pc:sldChg chg="addSp delSp modSp new">
        <pc:chgData name="Bon Pro" userId="d9ac0b2d6d6f1aa7" providerId="LiveId" clId="{911B189F-0B54-4367-9F58-237CC98A9B72}" dt="2026-08-14T01:25:01.895" v="901"/>
        <pc:sldMkLst>
          <pc:docMk/>
          <pc:sldMk cId="1494191220" sldId="281"/>
        </pc:sldMkLst>
        <pc:spChg chg="del">
          <ac:chgData name="Bon Pro" userId="d9ac0b2d6d6f1aa7" providerId="LiveId" clId="{911B189F-0B54-4367-9F58-237CC98A9B72}" dt="2026-08-14T01:25:01.895" v="901"/>
          <ac:spMkLst>
            <pc:docMk/>
            <pc:sldMk cId="1494191220" sldId="281"/>
            <ac:spMk id="3" creationId="{E4A604AE-CED9-7841-EDDE-CC44F6C2BF2C}"/>
          </ac:spMkLst>
        </pc:spChg>
        <pc:graphicFrameChg chg="add mod">
          <ac:chgData name="Bon Pro" userId="d9ac0b2d6d6f1aa7" providerId="LiveId" clId="{911B189F-0B54-4367-9F58-237CC98A9B72}" dt="2026-08-14T01:25:01.895" v="901"/>
          <ac:graphicFrameMkLst>
            <pc:docMk/>
            <pc:sldMk cId="1494191220" sldId="281"/>
            <ac:graphicFrameMk id="4" creationId="{042A8B42-539B-0D40-D09D-50ADCACF0216}"/>
          </ac:graphicFrameMkLst>
        </pc:graphicFrameChg>
      </pc:sldChg>
      <pc:sldChg chg="modSp new">
        <pc:chgData name="Bon Pro" userId="d9ac0b2d6d6f1aa7" providerId="LiveId" clId="{911B189F-0B54-4367-9F58-237CC98A9B72}" dt="2026-08-14T01:25:37.672" v="903"/>
        <pc:sldMkLst>
          <pc:docMk/>
          <pc:sldMk cId="1383643391" sldId="282"/>
        </pc:sldMkLst>
        <pc:spChg chg="mod">
          <ac:chgData name="Bon Pro" userId="d9ac0b2d6d6f1aa7" providerId="LiveId" clId="{911B189F-0B54-4367-9F58-237CC98A9B72}" dt="2026-08-14T01:25:37.672" v="903"/>
          <ac:spMkLst>
            <pc:docMk/>
            <pc:sldMk cId="1383643391" sldId="282"/>
            <ac:spMk id="3" creationId="{1DBB8186-9437-CCBC-8B75-85F00C382D79}"/>
          </ac:spMkLst>
        </pc:spChg>
      </pc:sldChg>
      <pc:sldChg chg="modSp new">
        <pc:chgData name="Bon Pro" userId="d9ac0b2d6d6f1aa7" providerId="LiveId" clId="{911B189F-0B54-4367-9F58-237CC98A9B72}" dt="2026-08-14T01:27:14.243" v="905"/>
        <pc:sldMkLst>
          <pc:docMk/>
          <pc:sldMk cId="3680043707" sldId="283"/>
        </pc:sldMkLst>
        <pc:spChg chg="mod">
          <ac:chgData name="Bon Pro" userId="d9ac0b2d6d6f1aa7" providerId="LiveId" clId="{911B189F-0B54-4367-9F58-237CC98A9B72}" dt="2026-08-14T01:27:14.243" v="905"/>
          <ac:spMkLst>
            <pc:docMk/>
            <pc:sldMk cId="3680043707" sldId="283"/>
            <ac:spMk id="3" creationId="{89CA24AC-6091-79BF-A51D-088570215A3A}"/>
          </ac:spMkLst>
        </pc:spChg>
      </pc:sldChg>
      <pc:sldChg chg="addSp modSp new mod">
        <pc:chgData name="Bon Pro" userId="d9ac0b2d6d6f1aa7" providerId="LiveId" clId="{911B189F-0B54-4367-9F58-237CC98A9B72}" dt="2026-08-14T01:28:52.411" v="911"/>
        <pc:sldMkLst>
          <pc:docMk/>
          <pc:sldMk cId="1667145890" sldId="284"/>
        </pc:sldMkLst>
        <pc:spChg chg="add mod">
          <ac:chgData name="Bon Pro" userId="d9ac0b2d6d6f1aa7" providerId="LiveId" clId="{911B189F-0B54-4367-9F58-237CC98A9B72}" dt="2026-08-14T01:28:52.411" v="911"/>
          <ac:spMkLst>
            <pc:docMk/>
            <pc:sldMk cId="1667145890" sldId="284"/>
            <ac:spMk id="5" creationId="{37CDDF20-231A-8E36-8614-A9BAFADFA37A}"/>
          </ac:spMkLst>
        </pc:spChg>
      </pc:sldChg>
      <pc:sldChg chg="modSp new">
        <pc:chgData name="Bon Pro" userId="d9ac0b2d6d6f1aa7" providerId="LiveId" clId="{911B189F-0B54-4367-9F58-237CC98A9B72}" dt="2026-08-14T01:47:16.530" v="915"/>
        <pc:sldMkLst>
          <pc:docMk/>
          <pc:sldMk cId="2089084428" sldId="285"/>
        </pc:sldMkLst>
        <pc:spChg chg="mod">
          <ac:chgData name="Bon Pro" userId="d9ac0b2d6d6f1aa7" providerId="LiveId" clId="{911B189F-0B54-4367-9F58-237CC98A9B72}" dt="2026-08-14T01:46:09.001" v="914"/>
          <ac:spMkLst>
            <pc:docMk/>
            <pc:sldMk cId="2089084428" sldId="285"/>
            <ac:spMk id="2" creationId="{0F2B492F-CC68-30A1-713B-FD1C048D0ED9}"/>
          </ac:spMkLst>
        </pc:spChg>
        <pc:spChg chg="mod">
          <ac:chgData name="Bon Pro" userId="d9ac0b2d6d6f1aa7" providerId="LiveId" clId="{911B189F-0B54-4367-9F58-237CC98A9B72}" dt="2026-08-14T01:47:16.530" v="915"/>
          <ac:spMkLst>
            <pc:docMk/>
            <pc:sldMk cId="2089084428" sldId="285"/>
            <ac:spMk id="3" creationId="{D634071D-1F87-5099-E7FB-DA29FF70454F}"/>
          </ac:spMkLst>
        </pc:spChg>
      </pc:sldChg>
      <pc:sldChg chg="modSp new">
        <pc:chgData name="Bon Pro" userId="d9ac0b2d6d6f1aa7" providerId="LiveId" clId="{911B189F-0B54-4367-9F58-237CC98A9B72}" dt="2026-08-14T01:52:02.800" v="917"/>
        <pc:sldMkLst>
          <pc:docMk/>
          <pc:sldMk cId="2724736483" sldId="286"/>
        </pc:sldMkLst>
        <pc:spChg chg="mod">
          <ac:chgData name="Bon Pro" userId="d9ac0b2d6d6f1aa7" providerId="LiveId" clId="{911B189F-0B54-4367-9F58-237CC98A9B72}" dt="2026-08-14T01:52:02.800" v="917"/>
          <ac:spMkLst>
            <pc:docMk/>
            <pc:sldMk cId="2724736483" sldId="286"/>
            <ac:spMk id="3" creationId="{2FEA3300-B65E-2617-0B63-B13665A554EC}"/>
          </ac:spMkLst>
        </pc:spChg>
      </pc:sldChg>
      <pc:sldChg chg="modSp new">
        <pc:chgData name="Bon Pro" userId="d9ac0b2d6d6f1aa7" providerId="LiveId" clId="{911B189F-0B54-4367-9F58-237CC98A9B72}" dt="2026-08-14T01:52:23.002" v="919"/>
        <pc:sldMkLst>
          <pc:docMk/>
          <pc:sldMk cId="1292761758" sldId="287"/>
        </pc:sldMkLst>
        <pc:spChg chg="mod">
          <ac:chgData name="Bon Pro" userId="d9ac0b2d6d6f1aa7" providerId="LiveId" clId="{911B189F-0B54-4367-9F58-237CC98A9B72}" dt="2026-08-14T01:52:23.002" v="919"/>
          <ac:spMkLst>
            <pc:docMk/>
            <pc:sldMk cId="1292761758" sldId="287"/>
            <ac:spMk id="3" creationId="{A70D93E3-61E6-0230-9988-9DE1BA522BA2}"/>
          </ac:spMkLst>
        </pc:spChg>
      </pc:sldChg>
      <pc:sldChg chg="modSp new mod">
        <pc:chgData name="Bon Pro" userId="d9ac0b2d6d6f1aa7" providerId="LiveId" clId="{911B189F-0B54-4367-9F58-237CC98A9B72}" dt="2026-08-14T02:02:03.360" v="927"/>
        <pc:sldMkLst>
          <pc:docMk/>
          <pc:sldMk cId="508272461" sldId="288"/>
        </pc:sldMkLst>
        <pc:spChg chg="mod">
          <ac:chgData name="Bon Pro" userId="d9ac0b2d6d6f1aa7" providerId="LiveId" clId="{911B189F-0B54-4367-9F58-237CC98A9B72}" dt="2026-08-14T02:01:44.023" v="926" actId="20577"/>
          <ac:spMkLst>
            <pc:docMk/>
            <pc:sldMk cId="508272461" sldId="288"/>
            <ac:spMk id="2" creationId="{AA335D54-90A1-2E41-A48B-62913EA11BF5}"/>
          </ac:spMkLst>
        </pc:spChg>
        <pc:spChg chg="mod">
          <ac:chgData name="Bon Pro" userId="d9ac0b2d6d6f1aa7" providerId="LiveId" clId="{911B189F-0B54-4367-9F58-237CC98A9B72}" dt="2026-08-14T02:02:03.360" v="927"/>
          <ac:spMkLst>
            <pc:docMk/>
            <pc:sldMk cId="508272461" sldId="288"/>
            <ac:spMk id="3" creationId="{4D65814D-0264-A71D-DC26-26BF86B07BB5}"/>
          </ac:spMkLst>
        </pc:spChg>
      </pc:sldChg>
      <pc:sldChg chg="modSp new">
        <pc:chgData name="Bon Pro" userId="d9ac0b2d6d6f1aa7" providerId="LiveId" clId="{911B189F-0B54-4367-9F58-237CC98A9B72}" dt="2026-08-14T02:02:28.941" v="929"/>
        <pc:sldMkLst>
          <pc:docMk/>
          <pc:sldMk cId="3479459893" sldId="289"/>
        </pc:sldMkLst>
        <pc:spChg chg="mod">
          <ac:chgData name="Bon Pro" userId="d9ac0b2d6d6f1aa7" providerId="LiveId" clId="{911B189F-0B54-4367-9F58-237CC98A9B72}" dt="2026-08-14T02:02:28.941" v="929"/>
          <ac:spMkLst>
            <pc:docMk/>
            <pc:sldMk cId="3479459893" sldId="289"/>
            <ac:spMk id="3" creationId="{31A71C96-EA4F-E5E1-2461-D4A213F4F2E4}"/>
          </ac:spMkLst>
        </pc:spChg>
      </pc:sldChg>
      <pc:sldChg chg="modSp new mod">
        <pc:chgData name="Bon Pro" userId="d9ac0b2d6d6f1aa7" providerId="LiveId" clId="{911B189F-0B54-4367-9F58-237CC98A9B72}" dt="2026-08-14T02:03:09.366" v="933" actId="27636"/>
        <pc:sldMkLst>
          <pc:docMk/>
          <pc:sldMk cId="731605207" sldId="290"/>
        </pc:sldMkLst>
        <pc:spChg chg="mod">
          <ac:chgData name="Bon Pro" userId="d9ac0b2d6d6f1aa7" providerId="LiveId" clId="{911B189F-0B54-4367-9F58-237CC98A9B72}" dt="2026-08-14T02:03:09.366" v="933" actId="27636"/>
          <ac:spMkLst>
            <pc:docMk/>
            <pc:sldMk cId="731605207" sldId="290"/>
            <ac:spMk id="3" creationId="{98E01B81-A9A9-76DB-4400-3621DE2CAA2C}"/>
          </ac:spMkLst>
        </pc:spChg>
      </pc:sldChg>
      <pc:sldChg chg="modSp new">
        <pc:chgData name="Bon Pro" userId="d9ac0b2d6d6f1aa7" providerId="LiveId" clId="{911B189F-0B54-4367-9F58-237CC98A9B72}" dt="2026-08-14T02:05:16.894" v="935"/>
        <pc:sldMkLst>
          <pc:docMk/>
          <pc:sldMk cId="1724346262" sldId="291"/>
        </pc:sldMkLst>
        <pc:spChg chg="mod">
          <ac:chgData name="Bon Pro" userId="d9ac0b2d6d6f1aa7" providerId="LiveId" clId="{911B189F-0B54-4367-9F58-237CC98A9B72}" dt="2026-08-14T02:05:16.894" v="935"/>
          <ac:spMkLst>
            <pc:docMk/>
            <pc:sldMk cId="1724346262" sldId="291"/>
            <ac:spMk id="3" creationId="{19D053FF-D56A-A01D-845F-7C38F667AD25}"/>
          </ac:spMkLst>
        </pc:spChg>
      </pc:sldChg>
      <pc:sldChg chg="addSp delSp modSp new">
        <pc:chgData name="Bon Pro" userId="d9ac0b2d6d6f1aa7" providerId="LiveId" clId="{911B189F-0B54-4367-9F58-237CC98A9B72}" dt="2026-08-14T02:05:38.490" v="937"/>
        <pc:sldMkLst>
          <pc:docMk/>
          <pc:sldMk cId="2123489270" sldId="292"/>
        </pc:sldMkLst>
        <pc:spChg chg="del">
          <ac:chgData name="Bon Pro" userId="d9ac0b2d6d6f1aa7" providerId="LiveId" clId="{911B189F-0B54-4367-9F58-237CC98A9B72}" dt="2026-08-14T02:05:38.490" v="937"/>
          <ac:spMkLst>
            <pc:docMk/>
            <pc:sldMk cId="2123489270" sldId="292"/>
            <ac:spMk id="3" creationId="{197BF9B2-7AB5-9861-56AC-265990F4CCC9}"/>
          </ac:spMkLst>
        </pc:spChg>
        <pc:graphicFrameChg chg="add mod">
          <ac:chgData name="Bon Pro" userId="d9ac0b2d6d6f1aa7" providerId="LiveId" clId="{911B189F-0B54-4367-9F58-237CC98A9B72}" dt="2026-08-14T02:05:38.490" v="937"/>
          <ac:graphicFrameMkLst>
            <pc:docMk/>
            <pc:sldMk cId="2123489270" sldId="292"/>
            <ac:graphicFrameMk id="4" creationId="{C53A5329-BA0F-9303-74F6-4D691D0F8C2B}"/>
          </ac:graphicFrameMkLst>
        </pc:graphicFrameChg>
      </pc:sldChg>
      <pc:sldChg chg="modSp new mod">
        <pc:chgData name="Bon Pro" userId="d9ac0b2d6d6f1aa7" providerId="LiveId" clId="{911B189F-0B54-4367-9F58-237CC98A9B72}" dt="2026-08-14T02:06:16.164" v="940" actId="27636"/>
        <pc:sldMkLst>
          <pc:docMk/>
          <pc:sldMk cId="314756315" sldId="293"/>
        </pc:sldMkLst>
        <pc:spChg chg="mod">
          <ac:chgData name="Bon Pro" userId="d9ac0b2d6d6f1aa7" providerId="LiveId" clId="{911B189F-0B54-4367-9F58-237CC98A9B72}" dt="2026-08-14T02:06:16.164" v="940" actId="27636"/>
          <ac:spMkLst>
            <pc:docMk/>
            <pc:sldMk cId="314756315" sldId="293"/>
            <ac:spMk id="3" creationId="{54D0C2B9-B57F-2CDB-3A77-6843127CB1D4}"/>
          </ac:spMkLst>
        </pc:spChg>
      </pc:sldChg>
      <pc:sldChg chg="modSp new mod">
        <pc:chgData name="Bon Pro" userId="d9ac0b2d6d6f1aa7" providerId="LiveId" clId="{911B189F-0B54-4367-9F58-237CC98A9B72}" dt="2026-08-14T02:06:58.139" v="943" actId="27636"/>
        <pc:sldMkLst>
          <pc:docMk/>
          <pc:sldMk cId="1623950864" sldId="294"/>
        </pc:sldMkLst>
        <pc:spChg chg="mod">
          <ac:chgData name="Bon Pro" userId="d9ac0b2d6d6f1aa7" providerId="LiveId" clId="{911B189F-0B54-4367-9F58-237CC98A9B72}" dt="2026-08-14T02:06:58.139" v="943" actId="27636"/>
          <ac:spMkLst>
            <pc:docMk/>
            <pc:sldMk cId="1623950864" sldId="294"/>
            <ac:spMk id="3" creationId="{342BB49A-CB04-718A-18F2-77C5C5FD658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B744-DB9D-6ADA-9542-87C02BAFA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CF017-CD37-09DF-A3C1-B3AD79C73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41F94-4BBA-3285-9C45-3CF05733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07FFF-3F41-9929-4238-B2C49DC8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DEE3-352F-6E8D-F08B-95B7D1A4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201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F2DA-F872-105D-8D32-AAA76380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5D412-28C9-D382-94C3-1A21EB2C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274B0-3304-6F4A-D17A-4C0CB980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3E633-75E9-D2D9-935E-F3255E88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E082E-0854-C831-5E5C-3BBEACD0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95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4BBF-FD4B-80EB-0316-38438C0E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9A745-E608-6CEB-2E5B-5F459B3A5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9D1A1-5E31-6CB2-D30E-A74B15F67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F4572-C5B6-0A9F-E0DE-DB40A37FB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C4C22-B2F8-AEC0-FB27-0E6B2232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583F-166B-B8CF-A41C-77FBD278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296D3-9716-4347-8A32-B16B2FDE6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8E244-C407-6C9C-3B7B-205578BEE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1192C-01BD-E15C-018B-6CDAB78B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53CC1-6F4C-E331-BE8E-6EFC890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C854D-45DF-59A5-E902-2C13CBDA2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41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2A99-6EC3-C22C-DC14-FDC3DD6F9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760F2-0D90-0417-816B-F76A8764F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5513A-A593-C10A-5999-51637AE82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C50B2-FB10-1040-BD39-30BAD31E1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8064F-EA03-A103-781C-A8CDD08B0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660AF-FE99-692C-29B2-35882830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93CFA5-1890-16BE-2653-967CEE05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FFB5A-13F5-5F0E-A10A-DCC5F05A4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99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7A62-6F42-598A-E1B5-91C5EEEA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EDB9E-F234-4A0A-95E3-C21F52FF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5FF4E-7DAC-9FBC-F87A-FE0CC7FA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5A78D-BA03-EAB2-3E0A-D53F4A7E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92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89D8F-CFD6-ED94-3D6D-25FC59BE0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AA03DE-4E74-B2A0-CAC4-DA9B831B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C245D-F8BA-EE2A-EB6A-C1C86EAD4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91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408B9-691B-D296-18A8-1AFFEBF1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F7A42-7859-E31F-4D0F-AC333B791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C8386-0DC7-02C3-548F-B97DCE4B1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2C699-FB78-A2BF-E384-3C2AB1CA6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98E9D-F0E4-CB4B-D617-8D414F2DF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2EC60-702C-5F45-E6ED-A3E74A43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36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F798-5664-73F5-E2B8-52E462F7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EDB9AE-DBD8-857E-092E-CA2B4A9DD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5D4A4-5493-31B1-F01C-73FFF9372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31436-CD14-946A-9E6D-F01D8B6F6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A0756-5C82-E1F4-B21A-33C3E4275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DDBC3-F535-263E-97B0-1008EF23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483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121E-9D8A-6866-E190-FAEA653C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ACB5A-944B-0020-3A3B-4370D7799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F3CE0-0106-99E9-F83D-DDDF6E906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D4DF9-1746-4EF4-9F75-A59BEA35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05E69-4147-4299-FB27-1D791F8B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267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7B20E-BE66-6A99-4B25-159362288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62159-F8C9-CA9D-B966-0C0A25AB5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DA85D-DE9E-BEDC-4D6E-C17E6C1BB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EF7AC-A90E-3A68-2DD9-76E2E32D8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F72AE-0914-D938-4922-58FE92727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02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184A82-08F5-0349-09C3-93574C39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CE9B7-E12C-AC19-B1D5-10D872404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EBA91-EB32-FAFC-6E33-C82814F3E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6B237-E173-4F9D-9FBE-3996E75395E1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891B8-3A05-92F6-23A9-49FF102B6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514CF-8CDE-EBE3-1D32-C9111BD8D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18680-633E-46FC-9C51-5F01A10C2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24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" TargetMode="External"/><Relationship Id="rId2" Type="http://schemas.openxmlformats.org/officeDocument/2006/relationships/hyperlink" Target="https://docs.github.com/en/get-started/using-git/about-git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li.github.com/manual/gh" TargetMode="External"/><Relationship Id="rId4" Type="http://schemas.openxmlformats.org/officeDocument/2006/relationships/hyperlink" Target="https://github.com/resources/articles/devops-tools-compariso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get-started/start-your-journey/creating-a-repository-for-your-project-on-githu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ourUsername/YourRepo.git%206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F564-963F-D145-7AC3-608D935AD3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&amp; GITHUB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8522B-AEBE-DDCD-E2E5-02E1BEDC3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/>
          <a:lstStyle/>
          <a:p>
            <a:r>
              <a:rPr lang="en-IN" dirty="0">
                <a:hlinkClick r:id="rId2"/>
              </a:rPr>
              <a:t>About Git - GitHub Docs</a:t>
            </a:r>
            <a:endParaRPr lang="en-IN" dirty="0"/>
          </a:p>
          <a:p>
            <a:r>
              <a:rPr lang="en-IN" dirty="0">
                <a:hlinkClick r:id="rId3"/>
              </a:rPr>
              <a:t>Git – Reference</a:t>
            </a:r>
            <a:endParaRPr lang="en-IN" dirty="0"/>
          </a:p>
          <a:p>
            <a:r>
              <a:rPr lang="en-IN" dirty="0">
                <a:hlinkClick r:id="rId4"/>
              </a:rPr>
              <a:t>How does GitHub compare to other DevOps tools?</a:t>
            </a:r>
            <a:endParaRPr lang="en-IN" dirty="0"/>
          </a:p>
          <a:p>
            <a:r>
              <a:rPr lang="en-IN" dirty="0">
                <a:hlinkClick r:id="rId5"/>
              </a:rPr>
              <a:t>GitHub CLI | Take GitHub to the command 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33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04F9-F6D9-5394-C97F-0A95C298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E7868-9AC2-8CB9-D0DC-F14B0837A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Git</a:t>
            </a:r>
          </a:p>
          <a:p>
            <a:pPr lvl="0"/>
            <a:r>
              <a:rPr lang="en-IN" b="1" dirty="0">
                <a:effectLst/>
              </a:rPr>
              <a:t>Type:</a:t>
            </a:r>
            <a:r>
              <a:rPr lang="en-IN" dirty="0">
                <a:effectLst/>
              </a:rPr>
              <a:t> Software (specifically, a version‑control system).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What it does:</a:t>
            </a:r>
            <a:r>
              <a:rPr lang="en-IN" dirty="0">
                <a:effectLst/>
              </a:rPr>
              <a:t> Tracks changes in files and code over time.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Purpose:</a:t>
            </a:r>
            <a:r>
              <a:rPr lang="en-IN" dirty="0">
                <a:effectLst/>
              </a:rPr>
              <a:t> Lets developers collaborate, roll back mistakes, and manage versions of projects.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Where it runs:</a:t>
            </a:r>
            <a:r>
              <a:rPr lang="en-IN" dirty="0">
                <a:effectLst/>
              </a:rPr>
              <a:t> Installed locally on your computer — you use it through the </a:t>
            </a:r>
            <a:r>
              <a:rPr lang="en-IN" b="1" dirty="0">
                <a:effectLst/>
              </a:rPr>
              <a:t>command line (CLI)</a:t>
            </a:r>
            <a:r>
              <a:rPr lang="en-IN" dirty="0">
                <a:effectLst/>
              </a:rPr>
              <a:t> or tools like PowerShell, Git Bash, or VS Code.</a:t>
            </a:r>
            <a:endParaRPr lang="en-IN" dirty="0"/>
          </a:p>
          <a:p>
            <a:r>
              <a:rPr lang="en-IN" dirty="0"/>
              <a:t>git commit -m "Save changes“ (Example)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125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9F45-50BC-8307-D493-41CB4EC9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7636B-C1F1-A792-2353-9FFB2D50D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GitHub</a:t>
            </a:r>
          </a:p>
          <a:p>
            <a:pPr lvl="0"/>
            <a:r>
              <a:rPr lang="en-IN" b="1" dirty="0">
                <a:effectLst/>
              </a:rPr>
              <a:t>Type:</a:t>
            </a:r>
            <a:r>
              <a:rPr lang="en-IN" dirty="0">
                <a:effectLst/>
              </a:rPr>
              <a:t> Online platform (a web‑based service, not software you install).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What it does:</a:t>
            </a:r>
            <a:r>
              <a:rPr lang="en-IN" dirty="0">
                <a:effectLst/>
              </a:rPr>
              <a:t> Hosts Git repositories in the cloud so people can share, collaborate, and contribute to projects.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Purpose:</a:t>
            </a:r>
            <a:r>
              <a:rPr lang="en-IN" dirty="0">
                <a:effectLst/>
              </a:rPr>
              <a:t> Acts as a social and collaborative layer on top of Git — with features like pull requests, issues, and discussions.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Access:</a:t>
            </a:r>
            <a:r>
              <a:rPr lang="en-IN" dirty="0">
                <a:effectLst/>
              </a:rPr>
              <a:t> Through a browser (github.com) or via tools like </a:t>
            </a:r>
            <a:r>
              <a:rPr lang="en-IN" b="1" dirty="0">
                <a:effectLst/>
              </a:rPr>
              <a:t>GitHub CLI</a:t>
            </a:r>
            <a:r>
              <a:rPr lang="en-IN" dirty="0">
                <a:effectLst/>
              </a:rPr>
              <a:t> or </a:t>
            </a:r>
            <a:r>
              <a:rPr lang="en-IN" b="1" dirty="0">
                <a:effectLst/>
              </a:rPr>
              <a:t>GitHub Desktop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22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9517C-0D55-65A6-F191-85FB76B6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2A8B42-539B-0D40-D09D-50ADCACF02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34000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35782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42859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943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54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Runs 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Your computer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internet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308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Version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Collaboration &amp; hosting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155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Track code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Share code with others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406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19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C268-B76E-DE8D-8C4F-946A7BDE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B8186-9437-CCBC-8B75-85F00C382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Key takeaway: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Git</a:t>
            </a:r>
            <a:r>
              <a:rPr lang="en-IN" dirty="0">
                <a:effectLst/>
              </a:rPr>
              <a:t> = the engine that manages versions of your code.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GitHub</a:t>
            </a:r>
            <a:r>
              <a:rPr lang="en-IN" dirty="0">
                <a:effectLst/>
              </a:rPr>
              <a:t> = the garage where you store and share those versions online.</a:t>
            </a:r>
            <a:endParaRPr lang="en-IN" dirty="0"/>
          </a:p>
          <a:p>
            <a:r>
              <a:rPr lang="en-IN" dirty="0">
                <a:effectLst/>
              </a:rPr>
              <a:t>Would you like me to show you </a:t>
            </a:r>
            <a:r>
              <a:rPr lang="en-IN" b="1" dirty="0">
                <a:effectLst/>
              </a:rPr>
              <a:t>how Git and GitHub work together step‑by‑step</a:t>
            </a:r>
            <a:r>
              <a:rPr lang="en-IN" dirty="0">
                <a:effectLst/>
              </a:rPr>
              <a:t> (from local commits to pushing code to GitHub)? It’s a great way to see their relationship in action.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643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68223-3595-DCFA-13C3-DAEF44C3E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A24AC-6091-79BF-A51D-088570215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Git</a:t>
            </a:r>
          </a:p>
          <a:p>
            <a:pPr lvl="0"/>
            <a:r>
              <a:rPr lang="en-IN" b="1" dirty="0">
                <a:effectLst/>
              </a:rPr>
              <a:t>Git is software</a:t>
            </a:r>
            <a:r>
              <a:rPr lang="en-IN" dirty="0">
                <a:effectLst/>
              </a:rPr>
              <a:t> — specifically a </a:t>
            </a:r>
            <a:r>
              <a:rPr lang="en-IN" b="1" dirty="0">
                <a:effectLst/>
              </a:rPr>
              <a:t>version control system</a:t>
            </a:r>
            <a:r>
              <a:rPr lang="en-IN" dirty="0">
                <a:effectLst/>
              </a:rPr>
              <a:t> created by Linus Torvalds in 2005.</a:t>
            </a:r>
            <a:endParaRPr lang="en-IN" dirty="0"/>
          </a:p>
          <a:p>
            <a:pPr lvl="0"/>
            <a:r>
              <a:rPr lang="en-IN" dirty="0">
                <a:effectLst/>
              </a:rPr>
              <a:t>It’s written primarily in the </a:t>
            </a:r>
            <a:r>
              <a:rPr lang="en-IN" b="1" dirty="0">
                <a:effectLst/>
              </a:rPr>
              <a:t>C programming language</a:t>
            </a:r>
            <a:r>
              <a:rPr lang="en-IN" dirty="0">
                <a:effectLst/>
              </a:rPr>
              <a:t>, with some parts in </a:t>
            </a:r>
            <a:r>
              <a:rPr lang="en-IN" b="1" dirty="0">
                <a:effectLst/>
              </a:rPr>
              <a:t>Shell scripts</a:t>
            </a:r>
            <a:r>
              <a:rPr lang="en-IN" dirty="0">
                <a:effectLst/>
              </a:rPr>
              <a:t> and </a:t>
            </a:r>
            <a:r>
              <a:rPr lang="en-IN" b="1" dirty="0">
                <a:effectLst/>
              </a:rPr>
              <a:t>Perl/Python</a:t>
            </a:r>
            <a:r>
              <a:rPr lang="en-IN" dirty="0">
                <a:effectLst/>
              </a:rPr>
              <a:t> for supporting tools.</a:t>
            </a:r>
            <a:endParaRPr lang="en-IN" dirty="0"/>
          </a:p>
          <a:p>
            <a:pPr lvl="0"/>
            <a:r>
              <a:rPr lang="en-IN" dirty="0">
                <a:effectLst/>
              </a:rPr>
              <a:t>That’s why Git is fast and efficient — C gives it low‑level control over performance.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04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FBEC-17B8-74EA-65BB-A9832AEF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B4765-1337-0615-281A-B619C9329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DDF20-231A-8E36-8614-A9BAFADFA37A}"/>
              </a:ext>
            </a:extLst>
          </p:cNvPr>
          <p:cNvSpPr txBox="1"/>
          <p:nvPr/>
        </p:nvSpPr>
        <p:spPr>
          <a:xfrm>
            <a:off x="1255363" y="2278710"/>
            <a:ext cx="85550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GitHub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GitHub is not software you install</a:t>
            </a:r>
            <a:r>
              <a:rPr lang="en-IN" dirty="0">
                <a:effectLst/>
              </a:rPr>
              <a:t> — it’s a </a:t>
            </a:r>
            <a:r>
              <a:rPr lang="en-IN" b="1" dirty="0">
                <a:effectLst/>
              </a:rPr>
              <a:t>web‑based platform</a:t>
            </a:r>
            <a:r>
              <a:rPr lang="en-IN" dirty="0">
                <a:effectLst/>
              </a:rPr>
              <a:t> (a service) that hosts Git repositories online.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ffectLst/>
              </a:rPr>
              <a:t>It’s built using a mix of technologies (Ruby on Rails, Go, and other web frameworks), but you don’t need to worry about its internal language.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ffectLst/>
              </a:rPr>
              <a:t>You interact with GitHub through your browser, GitHub Desktop, or GitHub CLI.</a:t>
            </a:r>
          </a:p>
          <a:p>
            <a:r>
              <a:rPr lang="en-IN" b="1" dirty="0"/>
              <a:t>In short</a:t>
            </a:r>
          </a:p>
          <a:p>
            <a:pPr lvl="0"/>
            <a:r>
              <a:rPr lang="en-IN" b="1" dirty="0">
                <a:effectLst/>
              </a:rPr>
              <a:t>Git</a:t>
            </a:r>
            <a:r>
              <a:rPr lang="en-IN" dirty="0">
                <a:effectLst/>
              </a:rPr>
              <a:t> → software tool, written mainly in </a:t>
            </a:r>
            <a:r>
              <a:rPr lang="en-IN" b="1" dirty="0">
                <a:effectLst/>
              </a:rPr>
              <a:t>C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GitHub</a:t>
            </a:r>
            <a:r>
              <a:rPr lang="en-IN" dirty="0">
                <a:effectLst/>
              </a:rPr>
              <a:t> → online platform/service, not just “software,” but a cloud‑based collaboration hub built on top of Git.</a:t>
            </a:r>
            <a:endParaRPr lang="en-IN" dirty="0"/>
          </a:p>
          <a:p>
            <a:r>
              <a:rPr lang="en-IN" dirty="0">
                <a:effectLst/>
              </a:rPr>
              <a:t>✅ </a:t>
            </a:r>
            <a:r>
              <a:rPr lang="en-IN" b="1" dirty="0">
                <a:effectLst/>
              </a:rPr>
              <a:t>Key takeaway:</a:t>
            </a:r>
            <a:r>
              <a:rPr lang="en-IN" dirty="0">
                <a:effectLst/>
              </a:rPr>
              <a:t> Git is the engine (coded in C), GitHub is the garage (a platform) where you store and share your projects.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145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B492F-CC68-30A1-713B-FD1C048D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Git + GitHub Today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4071D-1F87-5099-E7FB-DA29FF704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Git + GitHub Today</a:t>
            </a:r>
          </a:p>
          <a:p>
            <a:pPr lvl="0"/>
            <a:r>
              <a:rPr lang="en-IN" b="1" dirty="0">
                <a:effectLst/>
              </a:rPr>
              <a:t>Git</a:t>
            </a:r>
            <a:r>
              <a:rPr lang="en-IN" dirty="0">
                <a:effectLst/>
              </a:rPr>
              <a:t> = the version control engine (software).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GitHub</a:t>
            </a:r>
            <a:r>
              <a:rPr lang="en-IN" dirty="0">
                <a:effectLst/>
              </a:rPr>
              <a:t> = the collaboration platform (cloud service). Together, they power open‑source communities, enterprise DevOps, and even AI‑assisted coding.</a:t>
            </a:r>
            <a:endParaRPr lang="en-IN" dirty="0"/>
          </a:p>
          <a:p>
            <a:r>
              <a:rPr lang="en-IN" b="1" dirty="0"/>
              <a:t>Key takeaway:</a:t>
            </a:r>
            <a:r>
              <a:rPr lang="en-IN" dirty="0"/>
              <a:t> Git started as a 10‑day hack in 2005, GitHub made it mainstream in 2008, and by 2026 it has become the universal language of software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2089084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B4A4-A1E0-FF2E-72B4-5CDA30E8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3300-B65E-2617-0B63-B13665A55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Global Desktop OS Usage (2026)</a:t>
            </a:r>
          </a:p>
          <a:p>
            <a:pPr lvl="0"/>
            <a:r>
              <a:rPr lang="en-IN" b="1" dirty="0">
                <a:effectLst/>
              </a:rPr>
              <a:t>Windows</a:t>
            </a:r>
            <a:r>
              <a:rPr lang="en-IN" dirty="0">
                <a:effectLst/>
              </a:rPr>
              <a:t>: ~71.2%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macOS (combined OS X/macOS)</a:t>
            </a:r>
            <a:r>
              <a:rPr lang="en-IN" dirty="0">
                <a:effectLst/>
              </a:rPr>
              <a:t>: ~19.8%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Linux</a:t>
            </a:r>
            <a:r>
              <a:rPr lang="en-IN" dirty="0">
                <a:effectLst/>
              </a:rPr>
              <a:t>: ~7.5% (record high in July 2026, up from ~3% in 2022)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Chrome OS</a:t>
            </a:r>
            <a:r>
              <a:rPr lang="en-IN" dirty="0">
                <a:effectLst/>
              </a:rPr>
              <a:t>: ~1.5% ➡️ </a:t>
            </a:r>
            <a:r>
              <a:rPr lang="en-IN" b="1" dirty="0">
                <a:effectLst/>
              </a:rPr>
              <a:t>Takeaway</a:t>
            </a:r>
            <a:r>
              <a:rPr lang="en-IN" dirty="0">
                <a:effectLst/>
              </a:rPr>
              <a:t>: Windows is still the everyday desktop leader, but Linux has grown significantly, especially after Windows 10 support ended in 2025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736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E9C0-C22B-4A39-C113-3A2C8FA9C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93E3-61E6-0230-9988-9DE1BA522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Linux is not the leading operating system worldwide for everyday desktop use — Windows still dominates with over 70% share — but Linux is the undisputed leader in servers, supercomputers, and cloud infrastructure, powering more than half of all servers and 100% of the world’s Top500 supercomputers.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2761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BA16-37B4-E769-FE7E-42EED7F3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DA341-ED86-FCEE-5A4E-6CDFCBE0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GitHub is based on the open-source software, Git.</a:t>
            </a:r>
          </a:p>
          <a:p>
            <a:r>
              <a:rPr lang="en-IN" dirty="0"/>
              <a:t>Git is a version control system that tracks changes to files. It lets you work on your own copy of a project, record a history of your changes, and merge your work with other people's changes safely.</a:t>
            </a:r>
          </a:p>
          <a:p>
            <a:r>
              <a:rPr lang="en-IN" dirty="0"/>
              <a:t>GitHub builds on Git by hosting your Git projects, called </a:t>
            </a:r>
            <a:r>
              <a:rPr lang="en-IN" b="1" dirty="0"/>
              <a:t>repositories</a:t>
            </a:r>
            <a:r>
              <a:rPr lang="en-IN" dirty="0"/>
              <a:t>, in the cloud, as well as adding planning and collaboration tools that make it easier for teams to work together.</a:t>
            </a:r>
          </a:p>
          <a:p>
            <a:r>
              <a:rPr lang="en-IN" dirty="0"/>
              <a:t>Host documentation and websites.</a:t>
            </a:r>
          </a:p>
          <a:p>
            <a:r>
              <a:rPr lang="en-IN" b="1" dirty="0"/>
              <a:t>Create a repository for your software project</a:t>
            </a:r>
            <a:r>
              <a:rPr lang="en-IN" dirty="0"/>
              <a:t> and store the code on GitHub, see </a:t>
            </a:r>
            <a:r>
              <a:rPr lang="en-IN" u="sng" dirty="0">
                <a:hlinkClick r:id="rId2"/>
              </a:rPr>
              <a:t>Creating a repository for your project on GitHub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261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33DE-E44F-5B30-5B06-CB172246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/>
              <a:t>In Windows, you’ll often hear about Command Prompt and PowerShell — they look similar (both are text‑based consoles), but they serve different purposes and have different strengths: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357C1-3CB4-1C3B-A75A-E97A0D928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Command Prompt (cmd.exe)</a:t>
            </a:r>
          </a:p>
          <a:p>
            <a:pPr lvl="0"/>
            <a:r>
              <a:rPr lang="en-IN" b="1" dirty="0">
                <a:effectLst/>
              </a:rPr>
              <a:t>What it is</a:t>
            </a:r>
            <a:r>
              <a:rPr lang="en-IN" dirty="0">
                <a:effectLst/>
              </a:rPr>
              <a:t>: The traditional command‑line interpreter in Windows, around since the MS‑DOS days.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Usage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1"/>
            <a:r>
              <a:rPr lang="en-IN" dirty="0">
                <a:effectLst/>
              </a:rPr>
              <a:t>Running basic commands like </a:t>
            </a:r>
            <a:r>
              <a:rPr lang="en-IN" dirty="0" err="1"/>
              <a:t>dir</a:t>
            </a:r>
            <a:r>
              <a:rPr lang="en-IN" dirty="0">
                <a:effectLst/>
              </a:rPr>
              <a:t> (list files), </a:t>
            </a:r>
            <a:r>
              <a:rPr lang="en-IN" dirty="0"/>
              <a:t>copy</a:t>
            </a:r>
            <a:r>
              <a:rPr lang="en-IN" dirty="0">
                <a:effectLst/>
              </a:rPr>
              <a:t>, </a:t>
            </a:r>
            <a:r>
              <a:rPr lang="en-IN" dirty="0"/>
              <a:t>del</a:t>
            </a:r>
            <a:r>
              <a:rPr lang="en-IN" dirty="0">
                <a:effectLst/>
              </a:rPr>
              <a:t>, </a:t>
            </a:r>
            <a:r>
              <a:rPr lang="en-IN" dirty="0"/>
              <a:t>ping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pPr lvl="1"/>
            <a:r>
              <a:rPr lang="en-IN" dirty="0">
                <a:effectLst/>
              </a:rPr>
              <a:t>Useful for simple file operations, network checks, and batch scripts (</a:t>
            </a:r>
            <a:r>
              <a:rPr lang="en-IN" dirty="0"/>
              <a:t>.bat</a:t>
            </a:r>
            <a:r>
              <a:rPr lang="en-IN" dirty="0">
                <a:effectLst/>
              </a:rPr>
              <a:t> files).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Limitations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1"/>
            <a:r>
              <a:rPr lang="en-IN" dirty="0">
                <a:effectLst/>
              </a:rPr>
              <a:t>Only supports a limited set of commands.</a:t>
            </a:r>
            <a:endParaRPr lang="en-IN" dirty="0"/>
          </a:p>
          <a:p>
            <a:pPr lvl="1"/>
            <a:r>
              <a:rPr lang="en-IN" dirty="0">
                <a:effectLst/>
              </a:rPr>
              <a:t>Not designed for modern automation or advanced scripting.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118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A7E5F-98C9-5E2A-5903-0D2D918CE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PowerShell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5CB0E-E2A6-3190-3E2D-18C7077C1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b="1" dirty="0">
                <a:effectLst/>
              </a:rPr>
              <a:t>What it is</a:t>
            </a:r>
            <a:r>
              <a:rPr lang="en-IN" dirty="0">
                <a:effectLst/>
              </a:rPr>
              <a:t>: A more advanced shell introduced by Microsoft in 2006, built on the .NET framework.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Usage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1"/>
            <a:r>
              <a:rPr lang="en-IN" dirty="0">
                <a:effectLst/>
              </a:rPr>
              <a:t>Runs everything Command Prompt can, plus much more.</a:t>
            </a:r>
            <a:endParaRPr lang="en-IN" dirty="0"/>
          </a:p>
          <a:p>
            <a:pPr lvl="1"/>
            <a:r>
              <a:rPr lang="en-IN" dirty="0">
                <a:effectLst/>
              </a:rPr>
              <a:t>Uses </a:t>
            </a:r>
            <a:r>
              <a:rPr lang="en-IN" b="1" dirty="0">
                <a:effectLst/>
              </a:rPr>
              <a:t>cmdlets</a:t>
            </a:r>
            <a:r>
              <a:rPr lang="en-IN" dirty="0">
                <a:effectLst/>
              </a:rPr>
              <a:t> (specialized commands) like </a:t>
            </a:r>
            <a:r>
              <a:rPr lang="en-IN" dirty="0"/>
              <a:t>Get-Process</a:t>
            </a:r>
            <a:r>
              <a:rPr lang="en-IN" dirty="0">
                <a:effectLst/>
              </a:rPr>
              <a:t>, </a:t>
            </a:r>
            <a:r>
              <a:rPr lang="en-IN" dirty="0"/>
              <a:t>Get-Service</a:t>
            </a:r>
            <a:r>
              <a:rPr lang="en-IN" dirty="0">
                <a:effectLst/>
              </a:rPr>
              <a:t>, </a:t>
            </a:r>
            <a:r>
              <a:rPr lang="en-IN" dirty="0"/>
              <a:t>Get-</a:t>
            </a:r>
            <a:r>
              <a:rPr lang="en-IN" dirty="0" err="1"/>
              <a:t>ChildItem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pPr lvl="1"/>
            <a:r>
              <a:rPr lang="en-IN" dirty="0">
                <a:effectLst/>
              </a:rPr>
              <a:t>Can automate complex tasks (system administration, cloud management, DevOps).</a:t>
            </a:r>
            <a:endParaRPr lang="en-IN" dirty="0"/>
          </a:p>
          <a:p>
            <a:pPr lvl="1"/>
            <a:r>
              <a:rPr lang="en-IN" dirty="0">
                <a:effectLst/>
              </a:rPr>
              <a:t>Supports scripting with </a:t>
            </a:r>
            <a:r>
              <a:rPr lang="en-IN" dirty="0"/>
              <a:t>.ps1</a:t>
            </a:r>
            <a:r>
              <a:rPr lang="en-IN" dirty="0">
                <a:effectLst/>
              </a:rPr>
              <a:t> files.</a:t>
            </a:r>
            <a:endParaRPr lang="en-IN" dirty="0"/>
          </a:p>
          <a:p>
            <a:r>
              <a:rPr lang="en-IN" b="1" dirty="0">
                <a:effectLst/>
              </a:rPr>
              <a:t>Strengths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0"/>
            <a:r>
              <a:rPr lang="en-IN" dirty="0">
                <a:effectLst/>
              </a:rPr>
              <a:t>Object‑oriented: instead of just text, it passes structured data (objects) between commands.</a:t>
            </a:r>
            <a:endParaRPr lang="en-IN" dirty="0"/>
          </a:p>
          <a:p>
            <a:pPr lvl="0"/>
            <a:r>
              <a:rPr lang="en-IN" dirty="0">
                <a:effectLst/>
              </a:rPr>
              <a:t>Integrates with Windows internals, Active Directory, Azure, GitHub, and more.</a:t>
            </a:r>
            <a:endParaRPr lang="en-IN" dirty="0"/>
          </a:p>
          <a:p>
            <a:pPr lvl="0"/>
            <a:r>
              <a:rPr lang="en-IN" dirty="0">
                <a:effectLst/>
              </a:rPr>
              <a:t>Ideal for IT professionals and developers.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444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B29A7-3938-3264-2D0D-2463CD97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Quick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A61368-97EC-313B-75A8-DC15971F9F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629694"/>
          <a:ext cx="10515600" cy="2743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881372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933735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12666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Command Prompt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PowerShell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581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Legacy (DOS era)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Modern (2006+)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83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text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Advanced cmdlets + legacy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90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Scripting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Batch files (.bat)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PowerShell scripts (.ps1)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027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Objects (structured data)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569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Automation, administration, DevOps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817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702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CDFA-7B58-FE72-113F-F72B1BA4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5321F-0904-71E4-9669-E82393D5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Key takeaway</a:t>
            </a:r>
          </a:p>
          <a:p>
            <a:pPr lvl="0"/>
            <a:r>
              <a:rPr lang="en-IN" b="1" dirty="0">
                <a:effectLst/>
              </a:rPr>
              <a:t>Command Prompt</a:t>
            </a:r>
            <a:r>
              <a:rPr lang="en-IN" dirty="0">
                <a:effectLst/>
              </a:rPr>
              <a:t> = simple, old‑school tool for basic commands.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PowerShell</a:t>
            </a:r>
            <a:r>
              <a:rPr lang="en-IN" dirty="0">
                <a:effectLst/>
              </a:rPr>
              <a:t> = powerful, modern tool for automation and system management.</a:t>
            </a:r>
            <a:endParaRPr lang="en-IN" dirty="0"/>
          </a:p>
          <a:p>
            <a:pPr lvl="0"/>
            <a:r>
              <a:rPr lang="en-IN" dirty="0">
                <a:effectLst/>
              </a:rPr>
              <a:t>For </a:t>
            </a:r>
            <a:r>
              <a:rPr lang="en-IN" b="1" dirty="0">
                <a:effectLst/>
              </a:rPr>
              <a:t>practice and learning Git/GitHub</a:t>
            </a:r>
            <a:r>
              <a:rPr lang="en-IN" dirty="0">
                <a:effectLst/>
              </a:rPr>
              <a:t>, you can use either — but PowerShell is more flexible and closer to what professionals use today.</a:t>
            </a:r>
            <a:endParaRPr lang="en-IN" dirty="0"/>
          </a:p>
          <a:p>
            <a:r>
              <a:rPr lang="en-IN" dirty="0">
                <a:effectLst/>
              </a:rPr>
              <a:t>Since you’re exploring GitHub right now, would you like me to show you </a:t>
            </a:r>
            <a:r>
              <a:rPr lang="en-IN" b="1" dirty="0">
                <a:effectLst/>
              </a:rPr>
              <a:t>the most common Git commands in PowerShell</a:t>
            </a:r>
            <a:r>
              <a:rPr lang="en-IN" dirty="0">
                <a:effectLst/>
              </a:rPr>
              <a:t> (like </a:t>
            </a:r>
            <a:r>
              <a:rPr lang="en-IN" dirty="0"/>
              <a:t>git </a:t>
            </a:r>
            <a:r>
              <a:rPr lang="en-IN" dirty="0" err="1"/>
              <a:t>init</a:t>
            </a:r>
            <a:r>
              <a:rPr lang="en-IN" dirty="0">
                <a:effectLst/>
              </a:rPr>
              <a:t>, </a:t>
            </a:r>
            <a:r>
              <a:rPr lang="en-IN" dirty="0"/>
              <a:t>git add</a:t>
            </a:r>
            <a:r>
              <a:rPr lang="en-IN" dirty="0">
                <a:effectLst/>
              </a:rPr>
              <a:t>, </a:t>
            </a:r>
            <a:r>
              <a:rPr lang="en-IN" dirty="0"/>
              <a:t>git commit</a:t>
            </a:r>
            <a:r>
              <a:rPr lang="en-IN" dirty="0">
                <a:effectLst/>
              </a:rPr>
              <a:t>, </a:t>
            </a:r>
            <a:r>
              <a:rPr lang="en-IN" dirty="0"/>
              <a:t>git push</a:t>
            </a:r>
            <a:r>
              <a:rPr lang="en-IN" dirty="0">
                <a:effectLst/>
              </a:rPr>
              <a:t>) so you can start practicing directly in Windows?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907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0109-4563-E4FF-96D0-10D9C649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Powershell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3B7-0B87-82EE-4D61-91A589BE5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git </a:t>
            </a:r>
            <a:r>
              <a:rPr lang="en-IN" dirty="0" err="1"/>
              <a:t>init</a:t>
            </a:r>
            <a:endParaRPr lang="en-IN" dirty="0"/>
          </a:p>
          <a:p>
            <a:r>
              <a:rPr lang="en-IN" dirty="0"/>
              <a:t>git status</a:t>
            </a:r>
          </a:p>
          <a:p>
            <a:r>
              <a:rPr lang="en-IN" dirty="0"/>
              <a:t>git add filename.txt</a:t>
            </a:r>
          </a:p>
          <a:p>
            <a:r>
              <a:rPr lang="en-IN" dirty="0"/>
              <a:t>git add .</a:t>
            </a:r>
          </a:p>
          <a:p>
            <a:r>
              <a:rPr lang="en-US" dirty="0"/>
              <a:t>git commit -m "Initial commit“   </a:t>
            </a:r>
            <a:r>
              <a:rPr lang="en-US" dirty="0">
                <a:solidFill>
                  <a:srgbClr val="FF0000"/>
                </a:solidFill>
              </a:rPr>
              <a:t>4.commit changes</a:t>
            </a:r>
          </a:p>
          <a:p>
            <a:r>
              <a:rPr lang="en-US" dirty="0"/>
              <a:t>git remote add origin  </a:t>
            </a:r>
            <a:r>
              <a:rPr lang="en-US" dirty="0">
                <a:solidFill>
                  <a:srgbClr val="FF0000"/>
                </a:solidFill>
              </a:rPr>
              <a:t>5.Connect to GitHub(remote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https://github.com/YourUsername/YourRepo.git </a:t>
            </a:r>
            <a:r>
              <a:rPr lang="en-US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r>
              <a:rPr lang="en-US" dirty="0">
                <a:solidFill>
                  <a:srgbClr val="FF0000"/>
                </a:solidFill>
              </a:rPr>
              <a:t>. Push changes</a:t>
            </a:r>
          </a:p>
          <a:p>
            <a:r>
              <a:rPr lang="en-US" dirty="0"/>
              <a:t>git push -u origin main  </a:t>
            </a:r>
          </a:p>
          <a:p>
            <a:r>
              <a:rPr lang="en-US" dirty="0"/>
              <a:t>git pull origin main  </a:t>
            </a:r>
            <a:r>
              <a:rPr lang="en-US" dirty="0">
                <a:solidFill>
                  <a:srgbClr val="FF0000"/>
                </a:solidFill>
              </a:rPr>
              <a:t>pull updates from </a:t>
            </a:r>
            <a:r>
              <a:rPr lang="en-US" dirty="0" err="1">
                <a:solidFill>
                  <a:srgbClr val="FF0000"/>
                </a:solidFill>
              </a:rPr>
              <a:t>github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669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F926-7C7E-733F-7ACC-82C45A4B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Here’s a mini GitHub practice exercise you can try right now in PowerShell on Windows.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BE1E-409F-9EB6-05FC-8D78D9FDD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1 Create a New Folded on </a:t>
            </a:r>
            <a:r>
              <a:rPr lang="en-US" dirty="0" err="1"/>
              <a:t>powershell</a:t>
            </a:r>
            <a:r>
              <a:rPr lang="en-US" dirty="0"/>
              <a:t>      </a:t>
            </a:r>
            <a:r>
              <a:rPr lang="en-IN" dirty="0" err="1">
                <a:solidFill>
                  <a:srgbClr val="0070C0"/>
                </a:solidFill>
              </a:rPr>
              <a:t>mkdir</a:t>
            </a:r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dirty="0" err="1">
                <a:solidFill>
                  <a:srgbClr val="0070C0"/>
                </a:solidFill>
              </a:rPr>
              <a:t>GitPractice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cd </a:t>
            </a:r>
            <a:r>
              <a:rPr lang="en-IN" dirty="0" err="1">
                <a:solidFill>
                  <a:srgbClr val="0070C0"/>
                </a:solidFill>
              </a:rPr>
              <a:t>GitPractice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US" dirty="0"/>
              <a:t>2 Create simple text file   </a:t>
            </a:r>
            <a:r>
              <a:rPr lang="en-US" dirty="0">
                <a:solidFill>
                  <a:srgbClr val="00B050"/>
                </a:solidFill>
              </a:rPr>
              <a:t>echo </a:t>
            </a:r>
            <a:r>
              <a:rPr lang="en-US" dirty="0">
                <a:solidFill>
                  <a:srgbClr val="00B0F0"/>
                </a:solidFill>
              </a:rPr>
              <a:t>“Hello GitHub! This is my first practice file.” </a:t>
            </a:r>
            <a:r>
              <a:rPr lang="en-US" dirty="0"/>
              <a:t>&gt;practice.txt</a:t>
            </a:r>
          </a:p>
          <a:p>
            <a:r>
              <a:rPr lang="en-US" dirty="0"/>
              <a:t>2 navigate to your project </a:t>
            </a:r>
          </a:p>
          <a:p>
            <a:r>
              <a:rPr lang="fr-FR" dirty="0">
                <a:solidFill>
                  <a:srgbClr val="0070C0"/>
                </a:solidFill>
              </a:rPr>
              <a:t>cd C:\Users\Bon\Documents\MyProject</a:t>
            </a:r>
          </a:p>
          <a:p>
            <a:r>
              <a:rPr lang="en-IN" b="1" dirty="0"/>
              <a:t>3</a:t>
            </a:r>
            <a:r>
              <a:rPr lang="en-IN" dirty="0"/>
              <a:t> </a:t>
            </a:r>
            <a:r>
              <a:rPr lang="en-IN" dirty="0">
                <a:solidFill>
                  <a:srgbClr val="0070C0"/>
                </a:solidFill>
              </a:rPr>
              <a:t>git </a:t>
            </a:r>
            <a:r>
              <a:rPr lang="en-IN" dirty="0" err="1">
                <a:solidFill>
                  <a:srgbClr val="0070C0"/>
                </a:solidFill>
              </a:rPr>
              <a:t>init</a:t>
            </a:r>
            <a:r>
              <a:rPr lang="en-IN" dirty="0">
                <a:solidFill>
                  <a:srgbClr val="0070C0"/>
                </a:solidFill>
              </a:rPr>
              <a:t>   </a:t>
            </a:r>
            <a:r>
              <a:rPr lang="en-IN" dirty="0">
                <a:solidFill>
                  <a:srgbClr val="FF0000"/>
                </a:solidFill>
              </a:rPr>
              <a:t>initialize Git  this sets up a new Git repository  in the folder</a:t>
            </a:r>
          </a:p>
          <a:p>
            <a:pPr lvl="0"/>
            <a:r>
              <a:rPr lang="en-IN" dirty="0"/>
              <a:t>4. </a:t>
            </a:r>
            <a:r>
              <a:rPr lang="en-IN" dirty="0">
                <a:solidFill>
                  <a:srgbClr val="00B0F0"/>
                </a:solidFill>
              </a:rPr>
              <a:t>git add  practice.txt   </a:t>
            </a:r>
            <a:r>
              <a:rPr lang="en-IN" dirty="0">
                <a:solidFill>
                  <a:srgbClr val="FF0000"/>
                </a:solidFill>
              </a:rPr>
              <a:t>Stage the file     </a:t>
            </a:r>
            <a:r>
              <a:rPr lang="en-IN" dirty="0"/>
              <a:t>This tells Git to track the file for the next commit</a:t>
            </a:r>
          </a:p>
          <a:p>
            <a:pPr lvl="0"/>
            <a:r>
              <a:rPr lang="en-IN" b="1" dirty="0"/>
              <a:t>5</a:t>
            </a:r>
            <a:r>
              <a:rPr lang="en-IN" dirty="0">
                <a:solidFill>
                  <a:srgbClr val="0070C0"/>
                </a:solidFill>
              </a:rPr>
              <a:t>. git commit -m </a:t>
            </a:r>
            <a:r>
              <a:rPr lang="en-IN" dirty="0">
                <a:solidFill>
                  <a:srgbClr val="00B0F0"/>
                </a:solidFill>
              </a:rPr>
              <a:t>“Add practice.txt with hello message” </a:t>
            </a:r>
            <a:r>
              <a:rPr lang="en-IN" dirty="0">
                <a:solidFill>
                  <a:srgbClr val="FF0000"/>
                </a:solidFill>
              </a:rPr>
              <a:t>Commit the file. This saves a snapshot of your file in Git history.</a:t>
            </a:r>
          </a:p>
          <a:p>
            <a:pPr lvl="0"/>
            <a:r>
              <a:rPr lang="en-IN" dirty="0">
                <a:effectLst/>
              </a:rPr>
              <a:t>6, Create a repo on GitHub → copy its URL. Connect to GitHub</a:t>
            </a:r>
            <a:endParaRPr lang="en-IN" dirty="0"/>
          </a:p>
          <a:p>
            <a:pPr lvl="0"/>
            <a:r>
              <a:rPr lang="en-IN" dirty="0"/>
              <a:t>git remote add origin &lt;URL&gt;</a:t>
            </a:r>
          </a:p>
          <a:p>
            <a:pPr lvl="0"/>
            <a:r>
              <a:rPr lang="en-IN" dirty="0"/>
              <a:t>git push -u origin main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549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9BB8-D574-A5D4-A4BA-444C030F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0CD44-F882-D859-45B5-0AFFF5C39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Key takeaway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0"/>
            <a:r>
              <a:rPr lang="en-IN" dirty="0"/>
              <a:t>git </a:t>
            </a:r>
            <a:r>
              <a:rPr lang="en-IN" dirty="0" err="1"/>
              <a:t>init</a:t>
            </a:r>
            <a:r>
              <a:rPr lang="en-IN" dirty="0">
                <a:effectLst/>
              </a:rPr>
              <a:t> → start a repo</a:t>
            </a:r>
            <a:endParaRPr lang="en-IN" dirty="0"/>
          </a:p>
          <a:p>
            <a:pPr lvl="0"/>
            <a:r>
              <a:rPr lang="en-IN" dirty="0"/>
              <a:t>git add</a:t>
            </a:r>
            <a:r>
              <a:rPr lang="en-IN" dirty="0">
                <a:effectLst/>
              </a:rPr>
              <a:t> → stage files</a:t>
            </a:r>
            <a:endParaRPr lang="en-IN" dirty="0"/>
          </a:p>
          <a:p>
            <a:pPr lvl="0"/>
            <a:r>
              <a:rPr lang="en-IN" dirty="0"/>
              <a:t>git commit</a:t>
            </a:r>
            <a:r>
              <a:rPr lang="en-IN" dirty="0">
                <a:effectLst/>
              </a:rPr>
              <a:t> → save snapshot</a:t>
            </a:r>
            <a:endParaRPr lang="en-IN" dirty="0"/>
          </a:p>
          <a:p>
            <a:pPr lvl="0"/>
            <a:r>
              <a:rPr lang="en-IN" dirty="0"/>
              <a:t>git push</a:t>
            </a:r>
            <a:r>
              <a:rPr lang="en-IN" dirty="0">
                <a:effectLst/>
              </a:rPr>
              <a:t> → upload to GitHub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684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69AD-DA8E-48BE-C282-19FF2731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B2420-97EB-520A-9902-4AB47CE53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6: Connect to GitHub</a:t>
            </a:r>
          </a:p>
          <a:p>
            <a:pPr lvl="0"/>
            <a:r>
              <a:rPr lang="en-IN" dirty="0">
                <a:effectLst/>
              </a:rPr>
              <a:t>Go to </a:t>
            </a:r>
            <a:r>
              <a:rPr lang="en-IN" dirty="0">
                <a:effectLst/>
                <a:hlinkClick r:id="rId2"/>
              </a:rPr>
              <a:t>GitHub</a:t>
            </a:r>
            <a:r>
              <a:rPr lang="en-IN" dirty="0">
                <a:effectLst/>
              </a:rPr>
              <a:t> and create a new repository (e.g., </a:t>
            </a:r>
            <a:r>
              <a:rPr lang="en-IN" dirty="0" err="1"/>
              <a:t>GitPractice</a:t>
            </a:r>
            <a:r>
              <a:rPr lang="en-IN" dirty="0">
                <a:effectLst/>
              </a:rPr>
              <a:t>).</a:t>
            </a:r>
            <a:endParaRPr lang="en-IN" dirty="0"/>
          </a:p>
          <a:p>
            <a:pPr lvl="0"/>
            <a:r>
              <a:rPr lang="en-IN" dirty="0">
                <a:effectLst/>
              </a:rPr>
              <a:t>Copy the repository URL (something like </a:t>
            </a:r>
            <a:r>
              <a:rPr lang="en-IN" dirty="0"/>
              <a:t>https://github.com/YourUsername/GitPractice.git</a:t>
            </a:r>
            <a:r>
              <a:rPr lang="en-IN" dirty="0">
                <a:effectLst/>
              </a:rPr>
              <a:t>).</a:t>
            </a:r>
            <a:endParaRPr lang="en-IN" dirty="0"/>
          </a:p>
          <a:p>
            <a:pPr lvl="0"/>
            <a:r>
              <a:rPr lang="en-IN" dirty="0">
                <a:effectLst/>
              </a:rPr>
              <a:t>Link your local repo to GitHub:</a:t>
            </a:r>
            <a:endParaRPr lang="en-IN" dirty="0"/>
          </a:p>
          <a:p>
            <a:r>
              <a:rPr lang="en-US" dirty="0"/>
              <a:t>git remote add origin https://github.com/YourUsername/GitPractice.git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797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C647-C366-A1C3-FB94-A12ACF73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9AC8E-4EC1-8937-2EF7-62FC7710C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 7: Push to GitHub</a:t>
            </a:r>
          </a:p>
          <a:p>
            <a:r>
              <a:rPr lang="en-US" dirty="0"/>
              <a:t>git push -u origin main</a:t>
            </a:r>
          </a:p>
          <a:p>
            <a:r>
              <a:rPr lang="en-IN" dirty="0"/>
              <a:t>This uploads your commit to GitHub. (If your default branch is master, replace main with master.)</a:t>
            </a:r>
          </a:p>
          <a:p>
            <a:r>
              <a:rPr lang="en-IN" dirty="0"/>
              <a:t>This uploads your commit to GitHub. (If your default branch is master, replace main with master.)</a:t>
            </a:r>
          </a:p>
        </p:txBody>
      </p:sp>
    </p:spTree>
    <p:extLst>
      <p:ext uri="{BB962C8B-B14F-4D97-AF65-F5344CB8AC3E}">
        <p14:creationId xmlns:p14="http://schemas.microsoft.com/office/powerpoint/2010/main" val="3623224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1469-BA9D-F4C3-0D83-AB001CD4D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9D569-0262-9AB8-2371-F75E40A95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Step 1: Create a New Folder</a:t>
            </a:r>
          </a:p>
          <a:p>
            <a:r>
              <a:rPr lang="en-IN" dirty="0" err="1"/>
              <a:t>mkdir</a:t>
            </a:r>
            <a:r>
              <a:rPr lang="en-IN" dirty="0"/>
              <a:t> </a:t>
            </a:r>
            <a:r>
              <a:rPr lang="en-IN" dirty="0" err="1"/>
              <a:t>GitPractice</a:t>
            </a:r>
            <a:endParaRPr lang="en-IN" dirty="0"/>
          </a:p>
          <a:p>
            <a:r>
              <a:rPr lang="en-IN" dirty="0"/>
              <a:t>cd </a:t>
            </a:r>
            <a:r>
              <a:rPr lang="en-IN" dirty="0" err="1"/>
              <a:t>GitPractice</a:t>
            </a:r>
            <a:endParaRPr lang="en-IN" dirty="0"/>
          </a:p>
          <a:p>
            <a:r>
              <a:rPr lang="en-IN" dirty="0"/>
              <a:t>Step 2: Create a Simple Text File</a:t>
            </a:r>
          </a:p>
          <a:p>
            <a:r>
              <a:rPr lang="en-US" dirty="0"/>
              <a:t>echo "Hello GitHub! This is my first practice file." &gt; practice.txt</a:t>
            </a:r>
          </a:p>
          <a:p>
            <a:r>
              <a:rPr lang="en-IN" dirty="0"/>
              <a:t>This creates a file called practice.txt with one line of text.</a:t>
            </a:r>
          </a:p>
          <a:p>
            <a:r>
              <a:rPr lang="en-IN" dirty="0"/>
              <a:t>Step 3: Initialize Git</a:t>
            </a:r>
          </a:p>
          <a:p>
            <a:r>
              <a:rPr lang="en-IN" dirty="0"/>
              <a:t>git </a:t>
            </a:r>
            <a:r>
              <a:rPr lang="en-IN" dirty="0" err="1"/>
              <a:t>init</a:t>
            </a:r>
            <a:endParaRPr lang="en-IN" dirty="0"/>
          </a:p>
          <a:p>
            <a:r>
              <a:rPr lang="en-IN" dirty="0"/>
              <a:t>This sets up a new Git repository in the folder.</a:t>
            </a:r>
          </a:p>
        </p:txBody>
      </p:sp>
    </p:spTree>
    <p:extLst>
      <p:ext uri="{BB962C8B-B14F-4D97-AF65-F5344CB8AC3E}">
        <p14:creationId xmlns:p14="http://schemas.microsoft.com/office/powerpoint/2010/main" val="2539775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0AB8-575A-9499-26ED-39911F46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B2E52-C107-190B-3B88-3710D21D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Step 4: Stage the File</a:t>
            </a:r>
          </a:p>
          <a:p>
            <a:r>
              <a:rPr lang="en-IN" dirty="0"/>
              <a:t>git add practice.txt</a:t>
            </a:r>
          </a:p>
          <a:p>
            <a:r>
              <a:rPr lang="en-IN" dirty="0"/>
              <a:t>This tells Git to track the file for the next commit.</a:t>
            </a:r>
          </a:p>
          <a:p>
            <a:r>
              <a:rPr lang="en-IN" dirty="0"/>
              <a:t>Step 5: Commit the File</a:t>
            </a:r>
          </a:p>
          <a:p>
            <a:r>
              <a:rPr lang="en-US" dirty="0"/>
              <a:t>git commit -m "Add practice.txt with hello message"</a:t>
            </a:r>
          </a:p>
          <a:p>
            <a:r>
              <a:rPr lang="en-IN" dirty="0"/>
              <a:t>This saves a snapshot of your file in Git history.</a:t>
            </a:r>
          </a:p>
        </p:txBody>
      </p:sp>
    </p:spTree>
    <p:extLst>
      <p:ext uri="{BB962C8B-B14F-4D97-AF65-F5344CB8AC3E}">
        <p14:creationId xmlns:p14="http://schemas.microsoft.com/office/powerpoint/2010/main" val="2804089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B490-C992-0B9D-55F9-F8390987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51099-9509-FB75-9FCA-4627FEA9F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6: Connect to GitHub</a:t>
            </a:r>
          </a:p>
          <a:p>
            <a:pPr lvl="0"/>
            <a:r>
              <a:rPr lang="en-IN" dirty="0">
                <a:effectLst/>
              </a:rPr>
              <a:t>Go to </a:t>
            </a:r>
            <a:r>
              <a:rPr lang="en-IN" dirty="0">
                <a:effectLst/>
                <a:hlinkClick r:id="rId2"/>
              </a:rPr>
              <a:t>GitHub</a:t>
            </a:r>
            <a:r>
              <a:rPr lang="en-IN" dirty="0">
                <a:effectLst/>
              </a:rPr>
              <a:t> and create a new repository (e.g., </a:t>
            </a:r>
            <a:r>
              <a:rPr lang="en-IN" dirty="0" err="1"/>
              <a:t>GitPractice</a:t>
            </a:r>
            <a:r>
              <a:rPr lang="en-IN" dirty="0">
                <a:effectLst/>
              </a:rPr>
              <a:t>).</a:t>
            </a:r>
            <a:endParaRPr lang="en-IN" dirty="0"/>
          </a:p>
          <a:p>
            <a:pPr lvl="0"/>
            <a:r>
              <a:rPr lang="en-IN" dirty="0">
                <a:effectLst/>
              </a:rPr>
              <a:t>Copy the repository URL (something like </a:t>
            </a:r>
            <a:r>
              <a:rPr lang="en-IN" dirty="0"/>
              <a:t>https://github.com/YourUsername/GitPractice.git</a:t>
            </a:r>
            <a:r>
              <a:rPr lang="en-IN" dirty="0">
                <a:effectLst/>
              </a:rPr>
              <a:t>).</a:t>
            </a:r>
            <a:endParaRPr lang="en-IN" dirty="0"/>
          </a:p>
          <a:p>
            <a:pPr lvl="0"/>
            <a:r>
              <a:rPr lang="en-IN" dirty="0">
                <a:effectLst/>
              </a:rPr>
              <a:t>Link your local repo to GitHub:</a:t>
            </a:r>
            <a:endParaRPr lang="en-IN" dirty="0"/>
          </a:p>
          <a:p>
            <a:r>
              <a:rPr lang="en-US" dirty="0"/>
              <a:t>git remote add origin https://github.com/YourUsername/GitPractice.git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631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8136D-000C-F1E8-8767-8793F89E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EC81B-8577-137A-483A-79218BFB3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7: Push to GitHub</a:t>
            </a:r>
          </a:p>
          <a:p>
            <a:r>
              <a:rPr lang="en-IN" dirty="0" err="1"/>
              <a:t>powershell</a:t>
            </a:r>
            <a:endParaRPr lang="en-IN" dirty="0"/>
          </a:p>
          <a:p>
            <a:r>
              <a:rPr lang="en-IN" dirty="0"/>
              <a:t>git push -u origin main</a:t>
            </a:r>
          </a:p>
          <a:p>
            <a:r>
              <a:rPr lang="en-IN" dirty="0">
                <a:effectLst/>
              </a:rPr>
              <a:t>This uploads your commit to GitHub. (If your default branch is </a:t>
            </a:r>
            <a:r>
              <a:rPr lang="en-IN" dirty="0"/>
              <a:t>master</a:t>
            </a:r>
            <a:r>
              <a:rPr lang="en-IN" dirty="0">
                <a:effectLst/>
              </a:rPr>
              <a:t>, replace </a:t>
            </a:r>
            <a:r>
              <a:rPr lang="en-IN" dirty="0"/>
              <a:t>main</a:t>
            </a:r>
            <a:r>
              <a:rPr lang="en-IN" dirty="0">
                <a:effectLst/>
              </a:rPr>
              <a:t> with </a:t>
            </a:r>
            <a:r>
              <a:rPr lang="en-IN" dirty="0"/>
              <a:t>master</a:t>
            </a:r>
            <a:r>
              <a:rPr lang="en-IN" dirty="0">
                <a:effectLst/>
              </a:rPr>
              <a:t>.)</a:t>
            </a:r>
            <a:endParaRPr lang="en-IN" dirty="0"/>
          </a:p>
          <a:p>
            <a:r>
              <a:rPr lang="en-IN" b="1" dirty="0"/>
              <a:t>Result</a:t>
            </a:r>
            <a:r>
              <a:rPr lang="en-IN" dirty="0"/>
              <a:t>: You’ll now see your practice.txt file in your GitHub repository online.</a:t>
            </a:r>
          </a:p>
        </p:txBody>
      </p:sp>
    </p:spTree>
    <p:extLst>
      <p:ext uri="{BB962C8B-B14F-4D97-AF65-F5344CB8AC3E}">
        <p14:creationId xmlns:p14="http://schemas.microsoft.com/office/powerpoint/2010/main" val="1974666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0286C-6A1B-57F6-16DC-039CC40A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Here’s a mini GitHub practice exercise with a 2‑week plan so you can steadily build confidence using Git commands in PowerShell on Windows: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39482-04DB-BDCB-45FF-FDB86237A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Day 1–3: Basics</a:t>
            </a:r>
          </a:p>
          <a:p>
            <a:pPr lvl="0"/>
            <a:r>
              <a:rPr lang="en-IN" dirty="0">
                <a:effectLst/>
              </a:rPr>
              <a:t>Create a folder → </a:t>
            </a:r>
            <a:r>
              <a:rPr lang="en-IN" dirty="0" err="1"/>
              <a:t>mkdir</a:t>
            </a:r>
            <a:r>
              <a:rPr lang="en-IN" dirty="0"/>
              <a:t> </a:t>
            </a:r>
            <a:r>
              <a:rPr lang="en-IN" dirty="0" err="1"/>
              <a:t>GitPractice</a:t>
            </a:r>
            <a:r>
              <a:rPr lang="en-IN" dirty="0"/>
              <a:t> &amp;&amp; cd </a:t>
            </a:r>
            <a:r>
              <a:rPr lang="en-IN" dirty="0" err="1"/>
              <a:t>GitPractice</a:t>
            </a:r>
            <a:endParaRPr lang="en-IN" dirty="0"/>
          </a:p>
          <a:p>
            <a:pPr lvl="0"/>
            <a:r>
              <a:rPr lang="en-IN" dirty="0">
                <a:effectLst/>
              </a:rPr>
              <a:t>Make a file → </a:t>
            </a:r>
            <a:r>
              <a:rPr lang="en-IN" dirty="0"/>
              <a:t>echo "Hello GitHub!" &gt; practice.txt</a:t>
            </a:r>
          </a:p>
          <a:p>
            <a:pPr lvl="0"/>
            <a:r>
              <a:rPr lang="en-IN" dirty="0">
                <a:effectLst/>
              </a:rPr>
              <a:t>Initialize repo → </a:t>
            </a:r>
            <a:r>
              <a:rPr lang="en-IN" dirty="0"/>
              <a:t>git </a:t>
            </a:r>
            <a:r>
              <a:rPr lang="en-IN" dirty="0" err="1"/>
              <a:t>init</a:t>
            </a:r>
            <a:endParaRPr lang="en-IN" dirty="0"/>
          </a:p>
          <a:p>
            <a:pPr lvl="0"/>
            <a:r>
              <a:rPr lang="en-IN" dirty="0">
                <a:effectLst/>
              </a:rPr>
              <a:t>Stage → </a:t>
            </a:r>
            <a:r>
              <a:rPr lang="en-IN" dirty="0"/>
              <a:t>git add practice.txt</a:t>
            </a:r>
          </a:p>
          <a:p>
            <a:pPr lvl="0"/>
            <a:r>
              <a:rPr lang="en-IN" dirty="0">
                <a:effectLst/>
              </a:rPr>
              <a:t>Commit → </a:t>
            </a:r>
            <a:r>
              <a:rPr lang="en-IN" dirty="0"/>
              <a:t>git commit -m "First commit"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786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D472-56D9-981A-D3E4-0E211F59E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07EAA-B19F-257F-06F0-4D762E976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Day 4–6: Connect to GitHub</a:t>
            </a:r>
          </a:p>
          <a:p>
            <a:pPr lvl="0"/>
            <a:r>
              <a:rPr lang="en-IN" dirty="0">
                <a:effectLst/>
              </a:rPr>
              <a:t>Create a new repo on GitHub (name: </a:t>
            </a:r>
            <a:r>
              <a:rPr lang="en-IN" dirty="0" err="1"/>
              <a:t>GitPractice</a:t>
            </a:r>
            <a:r>
              <a:rPr lang="en-IN" dirty="0">
                <a:effectLst/>
              </a:rPr>
              <a:t>).</a:t>
            </a:r>
            <a:endParaRPr lang="en-IN" dirty="0"/>
          </a:p>
          <a:p>
            <a:pPr lvl="0"/>
            <a:r>
              <a:rPr lang="en-IN" dirty="0">
                <a:effectLst/>
              </a:rPr>
              <a:t>Link it →</a:t>
            </a:r>
            <a:endParaRPr lang="en-IN" dirty="0"/>
          </a:p>
          <a:p>
            <a:pPr lvl="0"/>
            <a:r>
              <a:rPr lang="en-IN" dirty="0" err="1"/>
              <a:t>powershell</a:t>
            </a:r>
            <a:endParaRPr lang="en-IN" dirty="0"/>
          </a:p>
          <a:p>
            <a:pPr lvl="0"/>
            <a:r>
              <a:rPr lang="en-IN" dirty="0"/>
              <a:t>git remote add origin https://github.com/YourUsername/GitPractice.git</a:t>
            </a:r>
          </a:p>
          <a:p>
            <a:pPr lvl="0"/>
            <a:r>
              <a:rPr lang="en-IN" dirty="0">
                <a:effectLst/>
              </a:rPr>
              <a:t>Push →</a:t>
            </a:r>
            <a:endParaRPr lang="en-IN" dirty="0"/>
          </a:p>
          <a:p>
            <a:pPr lvl="0"/>
            <a:r>
              <a:rPr lang="en-IN" dirty="0" err="1"/>
              <a:t>powershell</a:t>
            </a:r>
            <a:endParaRPr lang="en-IN" dirty="0"/>
          </a:p>
          <a:p>
            <a:pPr lvl="0"/>
            <a:r>
              <a:rPr lang="en-IN" dirty="0"/>
              <a:t>git push -u origin main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322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8534A-5B72-372F-5D8C-BCCA876C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A69F2-A5F8-6EFA-0B6D-FAC810894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Day 7–9: Editing &amp; Updating</a:t>
            </a:r>
          </a:p>
          <a:p>
            <a:pPr lvl="0"/>
            <a:r>
              <a:rPr lang="en-IN" dirty="0">
                <a:effectLst/>
              </a:rPr>
              <a:t>Edit your file → </a:t>
            </a:r>
            <a:r>
              <a:rPr lang="en-IN" dirty="0"/>
              <a:t>echo "Second line of text" &gt;&gt; practice.txt</a:t>
            </a:r>
          </a:p>
          <a:p>
            <a:pPr lvl="0"/>
            <a:r>
              <a:rPr lang="en-IN" dirty="0">
                <a:effectLst/>
              </a:rPr>
              <a:t>Stage &amp; commit →</a:t>
            </a:r>
            <a:endParaRPr lang="en-IN" dirty="0"/>
          </a:p>
          <a:p>
            <a:pPr lvl="0"/>
            <a:r>
              <a:rPr lang="en-IN" dirty="0" err="1"/>
              <a:t>powershell</a:t>
            </a:r>
            <a:endParaRPr lang="en-IN" dirty="0"/>
          </a:p>
          <a:p>
            <a:pPr lvl="0"/>
            <a:r>
              <a:rPr lang="en-IN" dirty="0"/>
              <a:t>git add practice.txt</a:t>
            </a:r>
          </a:p>
          <a:p>
            <a:pPr lvl="0"/>
            <a:r>
              <a:rPr lang="en-IN" dirty="0"/>
              <a:t>git commit -m "Added second line"</a:t>
            </a:r>
          </a:p>
          <a:p>
            <a:pPr lvl="0"/>
            <a:r>
              <a:rPr lang="en-IN" dirty="0">
                <a:effectLst/>
              </a:rPr>
              <a:t>Push again → </a:t>
            </a:r>
            <a:r>
              <a:rPr lang="en-IN" dirty="0"/>
              <a:t>git push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977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8C8E-03BD-8505-9177-F4AF624A3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8DC9B-A3BE-C273-5181-8B1E55789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Day 10–12: Pulling &amp; Branching</a:t>
            </a:r>
          </a:p>
          <a:p>
            <a:pPr lvl="0"/>
            <a:r>
              <a:rPr lang="en-IN" dirty="0">
                <a:effectLst/>
              </a:rPr>
              <a:t>Pull updates → </a:t>
            </a:r>
            <a:r>
              <a:rPr lang="en-IN" dirty="0"/>
              <a:t>git pull origin main</a:t>
            </a:r>
          </a:p>
          <a:p>
            <a:pPr lvl="0"/>
            <a:r>
              <a:rPr lang="en-IN" dirty="0">
                <a:effectLst/>
              </a:rPr>
              <a:t>Create a branch → </a:t>
            </a:r>
            <a:r>
              <a:rPr lang="en-IN" dirty="0"/>
              <a:t>git checkout -b feature-branch</a:t>
            </a:r>
          </a:p>
          <a:p>
            <a:pPr lvl="0"/>
            <a:r>
              <a:rPr lang="en-IN" dirty="0">
                <a:effectLst/>
              </a:rPr>
              <a:t>Make edits, commit, push branch →</a:t>
            </a:r>
            <a:endParaRPr lang="en-IN" dirty="0"/>
          </a:p>
          <a:p>
            <a:pPr lvl="0"/>
            <a:r>
              <a:rPr lang="en-IN" dirty="0" err="1"/>
              <a:t>powershell</a:t>
            </a:r>
            <a:endParaRPr lang="en-IN" dirty="0"/>
          </a:p>
          <a:p>
            <a:pPr lvl="0"/>
            <a:r>
              <a:rPr lang="en-IN" dirty="0"/>
              <a:t>git push origin feature-branch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321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935F-19C1-A934-0D48-81BDC9A04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D22A8-CD1D-77C3-D467-21CF665FE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/>
              <a:t>Day 13–14: Merging</a:t>
            </a:r>
          </a:p>
          <a:p>
            <a:pPr lvl="0"/>
            <a:r>
              <a:rPr lang="en-IN">
                <a:effectLst/>
              </a:rPr>
              <a:t>Switch back → </a:t>
            </a:r>
            <a:r>
              <a:rPr lang="en-IN"/>
              <a:t>git checkout main</a:t>
            </a:r>
          </a:p>
          <a:p>
            <a:pPr lvl="0"/>
            <a:r>
              <a:rPr lang="en-IN">
                <a:effectLst/>
              </a:rPr>
              <a:t>Merge branch → </a:t>
            </a:r>
            <a:r>
              <a:rPr lang="en-IN"/>
              <a:t>git merge feature-branch</a:t>
            </a:r>
          </a:p>
          <a:p>
            <a:pPr lvl="0"/>
            <a:r>
              <a:rPr lang="en-IN">
                <a:effectLst/>
              </a:rPr>
              <a:t>Push final changes → </a:t>
            </a:r>
            <a:r>
              <a:rPr lang="en-IN"/>
              <a:t>git push</a:t>
            </a:r>
          </a:p>
          <a:p>
            <a:r>
              <a:rPr lang="en-IN">
                <a:effectLst/>
              </a:rPr>
              <a:t>✅ </a:t>
            </a:r>
            <a:r>
              <a:rPr lang="en-IN" b="1">
                <a:effectLst/>
              </a:rPr>
              <a:t>Result</a:t>
            </a:r>
            <a:r>
              <a:rPr lang="en-IN">
                <a:effectLst/>
              </a:rPr>
              <a:t>: By the end of 2 weeks, you’ll have practiced:</a:t>
            </a:r>
            <a:endParaRPr lang="en-IN"/>
          </a:p>
          <a:p>
            <a:pPr lvl="0"/>
            <a:r>
              <a:rPr lang="en-IN">
                <a:effectLst/>
              </a:rPr>
              <a:t>Initializing repos</a:t>
            </a:r>
            <a:endParaRPr lang="en-IN"/>
          </a:p>
          <a:p>
            <a:pPr lvl="0"/>
            <a:r>
              <a:rPr lang="en-IN">
                <a:effectLst/>
              </a:rPr>
              <a:t>Adding/committing files</a:t>
            </a:r>
            <a:endParaRPr lang="en-IN"/>
          </a:p>
          <a:p>
            <a:pPr lvl="0"/>
            <a:r>
              <a:rPr lang="en-IN">
                <a:effectLst/>
              </a:rPr>
              <a:t>Pushing/pulling to GitHub</a:t>
            </a:r>
            <a:endParaRPr lang="en-IN"/>
          </a:p>
          <a:p>
            <a:pPr lvl="0"/>
            <a:r>
              <a:rPr lang="en-IN">
                <a:effectLst/>
              </a:rPr>
              <a:t>Branching and merging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922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76EEC-1828-D53B-A06D-8FFD4C02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3600" dirty="0"/>
            </a:br>
            <a:r>
              <a:rPr lang="en-IN" sz="3600" b="1" dirty="0"/>
              <a:t>design a cheat sheet of the top 10 Git commands (with one‑line explanations) so you can keep it handy while practicing?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1EB410-F07A-3A91-61B7-B0B2E5513F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5209" y="1825625"/>
          <a:ext cx="9441582" cy="4351339"/>
        </p:xfrm>
        <a:graphic>
          <a:graphicData uri="http://schemas.openxmlformats.org/drawingml/2006/table">
            <a:tbl>
              <a:tblPr/>
              <a:tblGrid>
                <a:gridCol w="4720791">
                  <a:extLst>
                    <a:ext uri="{9D8B030D-6E8A-4147-A177-3AD203B41FA5}">
                      <a16:colId xmlns:a16="http://schemas.microsoft.com/office/drawing/2014/main" val="2899468147"/>
                    </a:ext>
                  </a:extLst>
                </a:gridCol>
                <a:gridCol w="4720791">
                  <a:extLst>
                    <a:ext uri="{9D8B030D-6E8A-4147-A177-3AD203B41FA5}">
                      <a16:colId xmlns:a16="http://schemas.microsoft.com/office/drawing/2014/main" val="2179916607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🔢 Command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💡 One‑Line Explanation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133503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git init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Create a new Git repository in the current folder.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358316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git clone &lt;URL&gt;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Copy an existing repository from GitHub to your computer.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662563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git status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Show which files are modified, staged, or untracked.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6465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git add &lt;file&gt;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Stage a file (or use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git add .</a:t>
                      </a:r>
                      <a:r>
                        <a:rPr lang="en-IN" sz="1600"/>
                        <a:t> to stage all changes).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1211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git commit -m "message"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Save a snapshot of staged changes with a message.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1076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git push origin main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Upload commits from your local repo to GitHub.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740794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git pull origin main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Fetch and merge updates from GitHub into your local repo.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729685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git branch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List, create, or delete branches.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4739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git checkout -b &lt;branch&gt;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Create and switch to a new branch.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53274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git merge &lt;branch&gt;</a:t>
                      </a:r>
                      <a:endParaRPr lang="en-IN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Combine another branch’s changes into the current one.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380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8300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23260-CE22-9417-5DF7-394929A4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78AEA-3662-72A5-1787-41B3AF2E6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Quick Tips</a:t>
            </a:r>
          </a:p>
          <a:p>
            <a:pPr lvl="0"/>
            <a:r>
              <a:rPr lang="en-IN" dirty="0">
                <a:effectLst/>
              </a:rPr>
              <a:t>Always run </a:t>
            </a:r>
            <a:r>
              <a:rPr lang="en-IN" dirty="0"/>
              <a:t>git status</a:t>
            </a:r>
            <a:r>
              <a:rPr lang="en-IN" dirty="0">
                <a:effectLst/>
              </a:rPr>
              <a:t> before committing — it’s your progress dashboard.</a:t>
            </a:r>
            <a:endParaRPr lang="en-IN" dirty="0"/>
          </a:p>
          <a:p>
            <a:pPr lvl="0"/>
            <a:r>
              <a:rPr lang="en-IN" dirty="0">
                <a:effectLst/>
              </a:rPr>
              <a:t>Use short, clear commit messages (e.g., </a:t>
            </a:r>
            <a:r>
              <a:rPr lang="en-IN" dirty="0"/>
              <a:t>"Fix login bug"</a:t>
            </a:r>
            <a:r>
              <a:rPr lang="en-IN" dirty="0">
                <a:effectLst/>
              </a:rPr>
              <a:t>).</a:t>
            </a:r>
            <a:endParaRPr lang="en-IN" dirty="0"/>
          </a:p>
          <a:p>
            <a:pPr lvl="0"/>
            <a:r>
              <a:rPr lang="en-IN" dirty="0">
                <a:effectLst/>
              </a:rPr>
              <a:t>Push often to keep your GitHub repo synced.</a:t>
            </a:r>
            <a:endParaRPr lang="en-IN" dirty="0"/>
          </a:p>
          <a:p>
            <a:pPr lvl="0"/>
            <a:r>
              <a:rPr lang="en-IN" dirty="0">
                <a:effectLst/>
              </a:rPr>
              <a:t>Experiment safely in branches — they’re your playground for new ideas.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835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37B7A-D0AC-3817-509E-766AF9D15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Git cheat sheet visual card">
            <a:extLst>
              <a:ext uri="{FF2B5EF4-FFF2-40B4-BE49-F238E27FC236}">
                <a16:creationId xmlns:a16="http://schemas.microsoft.com/office/drawing/2014/main" id="{B1088B46-BFFA-06A1-CB44-1BDF3DF04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5554" y="1825625"/>
            <a:ext cx="29008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92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5D54-90A1-2E41-A48B-62913EA1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sz="3200" b="1" dirty="0">
                <a:solidFill>
                  <a:srgbClr val="FF0000"/>
                </a:solidFill>
              </a:rPr>
            </a:br>
            <a:r>
              <a:rPr lang="en-IN" sz="3200" b="1" dirty="0">
                <a:solidFill>
                  <a:srgbClr val="FF0000"/>
                </a:solidFill>
              </a:rPr>
              <a:t>what kind of software </a:t>
            </a:r>
            <a:r>
              <a:rPr lang="en-IN" sz="3200" b="1" dirty="0" err="1">
                <a:solidFill>
                  <a:srgbClr val="FF0000"/>
                </a:solidFill>
              </a:rPr>
              <a:t>developmemnt</a:t>
            </a:r>
            <a:r>
              <a:rPr lang="en-IN" sz="3200" b="1" dirty="0">
                <a:solidFill>
                  <a:srgbClr val="FF0000"/>
                </a:solidFill>
              </a:rPr>
              <a:t> is done on GIT? Is the normal </a:t>
            </a:r>
            <a:r>
              <a:rPr lang="en-IN" sz="3200" b="1" dirty="0" err="1">
                <a:solidFill>
                  <a:srgbClr val="FF0000"/>
                </a:solidFill>
              </a:rPr>
              <a:t>sottware</a:t>
            </a:r>
            <a:r>
              <a:rPr lang="en-IN" sz="3200" b="1" dirty="0">
                <a:solidFill>
                  <a:srgbClr val="FF0000"/>
                </a:solidFill>
              </a:rPr>
              <a:t> we use like python, </a:t>
            </a:r>
            <a:r>
              <a:rPr lang="en-IN" sz="3200" b="1" dirty="0" err="1">
                <a:solidFill>
                  <a:srgbClr val="FF0000"/>
                </a:solidFill>
              </a:rPr>
              <a:t>c,c</a:t>
            </a:r>
            <a:r>
              <a:rPr lang="en-IN" sz="3200" b="1" dirty="0">
                <a:solidFill>
                  <a:srgbClr val="FF0000"/>
                </a:solidFill>
              </a:rPr>
              <a:t>++, java or something else?</a:t>
            </a:r>
            <a:br>
              <a:rPr lang="en-IN" sz="3200" b="1" dirty="0">
                <a:solidFill>
                  <a:srgbClr val="FF0000"/>
                </a:solidFill>
              </a:rPr>
            </a:b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5814D-0264-A71D-DC26-26BF86B07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Kind of Development Happens on Git?</a:t>
            </a:r>
          </a:p>
          <a:p>
            <a:pPr lvl="0"/>
            <a:r>
              <a:rPr lang="en-IN" b="1" dirty="0">
                <a:effectLst/>
              </a:rPr>
              <a:t>Git itself is not a programming language</a:t>
            </a:r>
            <a:r>
              <a:rPr lang="en-IN" dirty="0">
                <a:effectLst/>
              </a:rPr>
              <a:t> — it’s a </a:t>
            </a:r>
            <a:r>
              <a:rPr lang="en-IN" b="1" dirty="0">
                <a:effectLst/>
              </a:rPr>
              <a:t>version control system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pPr lvl="0"/>
            <a:r>
              <a:rPr lang="en-IN" dirty="0">
                <a:effectLst/>
              </a:rPr>
              <a:t>That means Git doesn’t care </a:t>
            </a:r>
            <a:r>
              <a:rPr lang="en-IN" i="1" dirty="0">
                <a:effectLst/>
              </a:rPr>
              <a:t>what</a:t>
            </a:r>
            <a:r>
              <a:rPr lang="en-IN" dirty="0">
                <a:effectLst/>
              </a:rPr>
              <a:t> language your project is written in. It simply tracks changes to files over time.</a:t>
            </a:r>
            <a:endParaRPr lang="en-IN" dirty="0"/>
          </a:p>
          <a:p>
            <a:pPr lvl="0"/>
            <a:r>
              <a:rPr lang="en-IN" dirty="0">
                <a:effectLst/>
              </a:rPr>
              <a:t>Developers use Git to manage </a:t>
            </a:r>
            <a:r>
              <a:rPr lang="en-IN" b="1" dirty="0">
                <a:effectLst/>
              </a:rPr>
              <a:t>any kind of software project</a:t>
            </a:r>
            <a:r>
              <a:rPr lang="en-IN" dirty="0">
                <a:effectLst/>
              </a:rPr>
              <a:t> — whether it’s Python scripts, C/C++ applications, Java projects, JavaScript web apps, or even non‑code files like documentation, CAD designs, or configuration files.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2724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85EC-8C8D-78AB-7190-990C64D8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71C96-EA4F-E5E1-2461-D4A213F4F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Examples</a:t>
            </a:r>
          </a:p>
          <a:p>
            <a:pPr lvl="0"/>
            <a:r>
              <a:rPr lang="en-IN" b="1" dirty="0">
                <a:effectLst/>
              </a:rPr>
              <a:t>Python</a:t>
            </a:r>
            <a:r>
              <a:rPr lang="en-IN" dirty="0">
                <a:effectLst/>
              </a:rPr>
              <a:t>: Data science notebooks, web apps (Django, Flask).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 / C++</a:t>
            </a:r>
            <a:r>
              <a:rPr lang="en-IN" dirty="0">
                <a:effectLst/>
              </a:rPr>
              <a:t>: System software, embedded systems, game engines.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Java</a:t>
            </a:r>
            <a:r>
              <a:rPr lang="en-IN" dirty="0">
                <a:effectLst/>
              </a:rPr>
              <a:t>: Enterprise apps, Android development.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JavaScript / TypeScript</a:t>
            </a:r>
            <a:r>
              <a:rPr lang="en-IN" dirty="0">
                <a:effectLst/>
              </a:rPr>
              <a:t>: Web front‑end frameworks (React, Angular, Vue).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Other</a:t>
            </a:r>
            <a:r>
              <a:rPr lang="en-IN" dirty="0">
                <a:effectLst/>
              </a:rPr>
              <a:t>: Go, Rust, PHP, Ruby, Swift, Kotlin — all tracked with Git.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4598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4C6E-729E-6AB0-8B96-3172AA40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01B81-A9A9-76DB-4400-3621DE2CA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GitHub’s Role</a:t>
            </a:r>
          </a:p>
          <a:p>
            <a:pPr lvl="0"/>
            <a:r>
              <a:rPr lang="en-IN" dirty="0">
                <a:effectLst/>
              </a:rPr>
              <a:t>GitHub (the platform) hosts these Git repositories online.</a:t>
            </a:r>
            <a:endParaRPr lang="en-IN" dirty="0"/>
          </a:p>
          <a:p>
            <a:pPr lvl="0"/>
            <a:r>
              <a:rPr lang="en-IN" dirty="0">
                <a:effectLst/>
              </a:rPr>
              <a:t>That’s why you’ll find everything from </a:t>
            </a:r>
            <a:r>
              <a:rPr lang="en-IN" b="1" dirty="0">
                <a:effectLst/>
              </a:rPr>
              <a:t>Linux kernel (C)</a:t>
            </a:r>
            <a:r>
              <a:rPr lang="en-IN" dirty="0">
                <a:effectLst/>
              </a:rPr>
              <a:t> to </a:t>
            </a:r>
            <a:r>
              <a:rPr lang="en-IN" b="1" dirty="0">
                <a:effectLst/>
              </a:rPr>
              <a:t>TensorFlow (Python/C++)</a:t>
            </a:r>
            <a:r>
              <a:rPr lang="en-IN" dirty="0">
                <a:effectLst/>
              </a:rPr>
              <a:t> to </a:t>
            </a:r>
            <a:r>
              <a:rPr lang="en-IN" b="1" dirty="0">
                <a:effectLst/>
              </a:rPr>
              <a:t>React (JavaScript)</a:t>
            </a:r>
            <a:r>
              <a:rPr lang="en-IN" dirty="0">
                <a:effectLst/>
              </a:rPr>
              <a:t> on GitHub.</a:t>
            </a:r>
            <a:endParaRPr lang="en-IN" dirty="0"/>
          </a:p>
          <a:p>
            <a:pPr lvl="0"/>
            <a:r>
              <a:rPr lang="en-IN" dirty="0">
                <a:effectLst/>
              </a:rPr>
              <a:t>GitHub is language‑agnostic — it’s a collaboration hub for </a:t>
            </a:r>
            <a:r>
              <a:rPr lang="en-IN" i="1" dirty="0">
                <a:effectLst/>
              </a:rPr>
              <a:t>all</a:t>
            </a:r>
            <a:r>
              <a:rPr lang="en-IN" dirty="0">
                <a:effectLst/>
              </a:rPr>
              <a:t> programming languages.</a:t>
            </a:r>
            <a:endParaRPr lang="en-IN" dirty="0"/>
          </a:p>
          <a:p>
            <a:r>
              <a:rPr lang="en-IN" b="1" dirty="0">
                <a:effectLst/>
              </a:rPr>
              <a:t>Key takeaway:</a:t>
            </a:r>
            <a:r>
              <a:rPr lang="en-IN" dirty="0">
                <a:effectLst/>
              </a:rPr>
              <a:t> Git is the </a:t>
            </a:r>
            <a:r>
              <a:rPr lang="en-IN" b="1" dirty="0">
                <a:effectLst/>
              </a:rPr>
              <a:t>tool for version control</a:t>
            </a:r>
            <a:r>
              <a:rPr lang="en-IN" dirty="0">
                <a:effectLst/>
              </a:rPr>
              <a:t>, not a language. Developers use it to manage projects in </a:t>
            </a:r>
            <a:r>
              <a:rPr lang="en-IN" b="1" dirty="0">
                <a:effectLst/>
              </a:rPr>
              <a:t>any programming language</a:t>
            </a:r>
            <a:r>
              <a:rPr lang="en-IN" dirty="0">
                <a:effectLst/>
              </a:rPr>
              <a:t> — Python, C, C++, Java, JavaScript, Rust, Go, and beyond.</a:t>
            </a:r>
            <a:endParaRPr lang="en-IN" dirty="0"/>
          </a:p>
          <a:p>
            <a:r>
              <a:rPr lang="en-IN" dirty="0">
                <a:effectLst/>
              </a:rPr>
              <a:t>Would you like me to show you a </a:t>
            </a:r>
            <a:r>
              <a:rPr lang="en-IN" b="1" dirty="0">
                <a:effectLst/>
              </a:rPr>
              <a:t>list of the top programming languages most used on GitHub today</a:t>
            </a:r>
            <a:r>
              <a:rPr lang="en-IN" dirty="0">
                <a:effectLst/>
              </a:rPr>
              <a:t> (with percentages) so you can see which ones dominate the Git ecosystem?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1605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543D3-B6D2-D939-4F15-5CB714CB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053FF-D56A-A01D-845F-7C38F667A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 GitHub in 2026, the most used programming languages are Python, TypeScript, JavaScript, Rust, and Go — with Python leading overall thanks to AI/ML projects, and TypeScript overtaking Python in contributor count for the first time.</a:t>
            </a:r>
          </a:p>
        </p:txBody>
      </p:sp>
    </p:spTree>
    <p:extLst>
      <p:ext uri="{BB962C8B-B14F-4D97-AF65-F5344CB8AC3E}">
        <p14:creationId xmlns:p14="http://schemas.microsoft.com/office/powerpoint/2010/main" val="1724346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3F95-7845-D53D-444E-B932FDCB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3A5329-BA0F-9303-74F6-4D691D0F8C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84742" y="1522588"/>
          <a:ext cx="5622516" cy="4957412"/>
        </p:xfrm>
        <a:graphic>
          <a:graphicData uri="http://schemas.openxmlformats.org/drawingml/2006/table">
            <a:tbl>
              <a:tblPr/>
              <a:tblGrid>
                <a:gridCol w="1405629">
                  <a:extLst>
                    <a:ext uri="{9D8B030D-6E8A-4147-A177-3AD203B41FA5}">
                      <a16:colId xmlns:a16="http://schemas.microsoft.com/office/drawing/2014/main" val="1831599194"/>
                    </a:ext>
                  </a:extLst>
                </a:gridCol>
                <a:gridCol w="1405629">
                  <a:extLst>
                    <a:ext uri="{9D8B030D-6E8A-4147-A177-3AD203B41FA5}">
                      <a16:colId xmlns:a16="http://schemas.microsoft.com/office/drawing/2014/main" val="201856463"/>
                    </a:ext>
                  </a:extLst>
                </a:gridCol>
                <a:gridCol w="1405629">
                  <a:extLst>
                    <a:ext uri="{9D8B030D-6E8A-4147-A177-3AD203B41FA5}">
                      <a16:colId xmlns:a16="http://schemas.microsoft.com/office/drawing/2014/main" val="2948365454"/>
                    </a:ext>
                  </a:extLst>
                </a:gridCol>
                <a:gridCol w="1405629">
                  <a:extLst>
                    <a:ext uri="{9D8B030D-6E8A-4147-A177-3AD203B41FA5}">
                      <a16:colId xmlns:a16="http://schemas.microsoft.com/office/drawing/2014/main" val="1643578708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Rank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Language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Share / Activity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Key Use Cases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9859"/>
                  </a:ext>
                </a:extLst>
              </a:tr>
              <a:tr h="488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1. Python</a:t>
                      </a:r>
                      <a:endParaRPr lang="en-I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~21.8% global share (TIOBE Index, Feb 2026)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AI/ML, data science, automation, back‑end, scripting 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marL="48891" marR="48891" marT="24446" marB="24446"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40220790"/>
                  </a:ext>
                </a:extLst>
              </a:tr>
              <a:tr h="488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2. TypeScript</a:t>
                      </a:r>
                      <a:endParaRPr lang="en-I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Surpassed Python in GitHub contributors (Aug 2025)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Scalable web apps, front‑end + back‑end, large team projects 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marL="48891" marR="48891" marT="24446" marB="24446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90342001"/>
                  </a:ext>
                </a:extLst>
              </a:tr>
              <a:tr h="488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3. JavaScript</a:t>
                      </a:r>
                      <a:endParaRPr lang="en-I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2.4M GitHub stars, dominant in web dev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Web front‑end frameworks (React, Angular, Vue) 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marL="48891" marR="48891" marT="24446" marB="24446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26988002"/>
                  </a:ext>
                </a:extLst>
              </a:tr>
              <a:tr h="488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4. Rust</a:t>
                      </a:r>
                      <a:endParaRPr lang="en-I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851K stars, fastest growth in systems programming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High‑performance, memory‑safe systems, blockchain 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marL="48891" marR="48891" marT="24446" marB="24446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97272875"/>
                  </a:ext>
                </a:extLst>
              </a:tr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5. Go</a:t>
                      </a:r>
                      <a:endParaRPr lang="en-I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2.3M stars, cloud‑native leader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Cloud infrastructure, Kubernetes, microservices 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marL="48891" marR="48891" marT="24446" marB="24446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33295267"/>
                  </a:ext>
                </a:extLst>
              </a:tr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6. Java</a:t>
                      </a:r>
                      <a:endParaRPr lang="en-I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2.2M stars, enterprise staple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Enterprise apps, Android, JVM ecosystem 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marL="48891" marR="48891" marT="24446" marB="24446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38325278"/>
                  </a:ext>
                </a:extLst>
              </a:tr>
              <a:tr h="488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7. C++</a:t>
                      </a:r>
                      <a:endParaRPr lang="en-I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523K stars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Game engines, embedded systems, performance‑critical apps 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marL="48891" marR="48891" marT="24446" marB="24446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51142174"/>
                  </a:ext>
                </a:extLst>
              </a:tr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8. C</a:t>
                      </a:r>
                      <a:endParaRPr lang="en-I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332K stars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OS kernels, embedded devices, low‑level systems 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marL="48891" marR="48891" marT="24446" marB="24446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83107677"/>
                  </a:ext>
                </a:extLst>
              </a:tr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9. C#</a:t>
                      </a:r>
                      <a:endParaRPr lang="en-I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263K stars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Windows apps, Unity game development 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0"/>
                    </a:p>
                  </a:txBody>
                  <a:tcPr marL="48891" marR="48891" marT="24446" marB="24446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9089902"/>
                  </a:ext>
                </a:extLst>
              </a:tr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10. Shell / Bash</a:t>
                      </a:r>
                      <a:endParaRPr lang="en-IN" sz="10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497K stars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Automation scripts, DevOps tooling 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48891" marR="48891" marT="24446" marB="24446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7119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4892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96159-AC32-B56E-444D-52E5A473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0C2B9-B57F-2CDB-3A77-6843127CB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Key Trends in 2026</a:t>
            </a:r>
          </a:p>
          <a:p>
            <a:pPr lvl="0"/>
            <a:r>
              <a:rPr lang="en-IN" b="1" dirty="0">
                <a:effectLst/>
              </a:rPr>
              <a:t>Python remains dominant</a:t>
            </a:r>
            <a:r>
              <a:rPr lang="en-IN" dirty="0">
                <a:effectLst/>
              </a:rPr>
              <a:t> in AI/ML repositories (TensorFlow, </a:t>
            </a:r>
            <a:r>
              <a:rPr lang="en-IN" dirty="0" err="1">
                <a:effectLst/>
              </a:rPr>
              <a:t>PyTorch</a:t>
            </a:r>
            <a:r>
              <a:rPr lang="en-IN" dirty="0">
                <a:effectLst/>
              </a:rPr>
              <a:t>, scikit‑learn).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TypeScript is the big story</a:t>
            </a:r>
            <a:r>
              <a:rPr lang="en-IN" dirty="0">
                <a:effectLst/>
              </a:rPr>
              <a:t> — it became the most used language on GitHub by contributor count in 2025, marking the first major shift in over a decade.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Rust and Go are rising fast</a:t>
            </a:r>
            <a:r>
              <a:rPr lang="en-IN" dirty="0">
                <a:effectLst/>
              </a:rPr>
              <a:t>: Rust for safe systems programming, Go for cloud‑native infrastructure.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JavaScript still rules web development</a:t>
            </a:r>
            <a:r>
              <a:rPr lang="en-IN" dirty="0">
                <a:effectLst/>
              </a:rPr>
              <a:t>, but TypeScript is preferred for large, scalable projects.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Traditional languages (C, C++, Java)</a:t>
            </a:r>
            <a:r>
              <a:rPr lang="en-IN" dirty="0">
                <a:effectLst/>
              </a:rPr>
              <a:t> remain strong in enterprise, embedded, and performance‑critical domains.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56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238C-5351-6025-0973-6E21A33E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BB49A-CB04-718A-18F2-77C5C5FD6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Takeaway for You (Bon, in India)</a:t>
            </a:r>
          </a:p>
          <a:p>
            <a:pPr lvl="0"/>
            <a:r>
              <a:rPr lang="en-IN" dirty="0">
                <a:effectLst/>
              </a:rPr>
              <a:t>If you’re practicing Git/GitHub, </a:t>
            </a:r>
            <a:r>
              <a:rPr lang="en-IN" b="1" dirty="0">
                <a:effectLst/>
              </a:rPr>
              <a:t>Python and TypeScript</a:t>
            </a:r>
            <a:r>
              <a:rPr lang="en-IN" dirty="0">
                <a:effectLst/>
              </a:rPr>
              <a:t> are the most valuable to learn right now.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Python</a:t>
            </a:r>
            <a:r>
              <a:rPr lang="en-IN" dirty="0">
                <a:effectLst/>
              </a:rPr>
              <a:t> → great for AI, data science, automation.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TypeScript</a:t>
            </a:r>
            <a:r>
              <a:rPr lang="en-IN" dirty="0">
                <a:effectLst/>
              </a:rPr>
              <a:t> → essential for modern web and full‑stack development.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Rust/Go</a:t>
            </a:r>
            <a:r>
              <a:rPr lang="en-IN" dirty="0">
                <a:effectLst/>
              </a:rPr>
              <a:t> → excellent if you want to explore cutting‑edge systems or cloud infrastructure.</a:t>
            </a:r>
            <a:endParaRPr lang="en-IN" dirty="0"/>
          </a:p>
          <a:p>
            <a:r>
              <a:rPr lang="en-IN">
                <a:effectLst/>
              </a:rPr>
              <a:t>Would you like me to design a </a:t>
            </a:r>
            <a:r>
              <a:rPr lang="en-IN" b="1">
                <a:effectLst/>
              </a:rPr>
              <a:t>visual GitHub language popularity chart (2026)</a:t>
            </a:r>
            <a:r>
              <a:rPr lang="en-IN">
                <a:effectLst/>
              </a:rPr>
              <a:t> so you can instantly see how Python, TypeScript, Rust, and others compare side‑by‑side?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95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4245</TotalTime>
  <Words>3022</Words>
  <Application>Microsoft Office PowerPoint</Application>
  <PresentationFormat>Widescreen</PresentationFormat>
  <Paragraphs>298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Office Theme</vt:lpstr>
      <vt:lpstr>GIT &amp; 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 + GitHub Today </vt:lpstr>
      <vt:lpstr>PowerPoint Presentation</vt:lpstr>
      <vt:lpstr>PowerPoint Presentation</vt:lpstr>
      <vt:lpstr>PowerPoint Presentation</vt:lpstr>
      <vt:lpstr>In Windows, you’ll often hear about Command Prompt and PowerShell — they look similar (both are text‑based consoles), but they serve different purposes and have different strengths:</vt:lpstr>
      <vt:lpstr>PowerShell </vt:lpstr>
      <vt:lpstr>Quick Comparison</vt:lpstr>
      <vt:lpstr>PowerPoint Presentation</vt:lpstr>
      <vt:lpstr>Powershell</vt:lpstr>
      <vt:lpstr>Here’s a mini GitHub practice exercise you can try right now in PowerShell on Windows.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Here’s a mini GitHub practice exercise with a 2‑week plan so you can steadily build confidence using Git commands in PowerShell on Windows:</vt:lpstr>
      <vt:lpstr>PowerPoint Presentation</vt:lpstr>
      <vt:lpstr>PowerPoint Presentation</vt:lpstr>
      <vt:lpstr>PowerPoint Presentation</vt:lpstr>
      <vt:lpstr>PowerPoint Presentation</vt:lpstr>
      <vt:lpstr> design a cheat sheet of the top 10 Git commands (with one‑line explanations) so you can keep it handy while practicing? </vt:lpstr>
      <vt:lpstr>PowerPoint Presentation</vt:lpstr>
      <vt:lpstr>PowerPoint Presentation</vt:lpstr>
      <vt:lpstr> what kind of software developmemnt is done on GIT? Is the normal sottware we use like python, c,c++, java or something else?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1</cp:revision>
  <dcterms:created xsi:type="dcterms:W3CDTF">2026-08-11T03:21:26Z</dcterms:created>
  <dcterms:modified xsi:type="dcterms:W3CDTF">2026-08-14T02:07:01Z</dcterms:modified>
</cp:coreProperties>
</file>