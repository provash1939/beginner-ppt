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4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FE6A-8C1E-2D19-C705-B83691880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E5103-7690-6C39-C8CE-E910533DC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C13EC-1FF2-6FCB-8437-BA09AAC8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78254-B4F7-294D-337C-1A2202B54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8D650-24EB-8DA1-4A18-D373720F3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719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E524F-D4F5-0EE7-F02B-273DA7E18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5964E-34E6-E0AC-B32C-7F7C515DF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C1196-BA11-1016-2CC1-24D7D76C3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2D5C3-C6B7-447A-16FE-9E17381D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B3352-B2B6-2BCE-B4A5-D4E1F024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615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4F83D-367A-D063-C3E9-EA8D7A9C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ADE2-6E60-17F8-0540-10250DA54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52DE1-C70A-311E-EA63-6518D187E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DE067-CF94-A500-72A5-D493E9E58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EF3D2-5B09-A447-D701-AA7A73E3C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604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10BA8-BAC3-C2B7-E85E-E01D7E32C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2854B-172B-8931-1201-2A002B2C5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51642-59DC-3BB6-6812-2389EB373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4E8E8-4CDD-0DB1-D8AC-4CCC30DD1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B1751-BE28-6205-CAA4-D9036D80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89775-92B4-66FE-04FC-CDDE7A796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82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9B8D6-CDC8-847F-E464-FBE926CAF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04422-E7C8-03AA-8937-E61E0CF3F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8200E-8DD2-BEA4-4E9F-A92AAD8CA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4D211-7096-37E3-C29D-D679501E6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9E7383-9DB0-774D-E6BD-399BFEB9A5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586984-691C-405D-BB25-8AB4566AC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0AEF14-CF4A-1C3E-E8F2-61847D9C8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9AD9DE-5ED0-012C-E3F9-3D53C4BC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972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FC2C-6F31-C929-6CFE-0AF8A27FB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237E82-1F95-60F2-0D06-56F4E52E7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2B377-CF36-71BC-2547-78F0B832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B98E1-A6D0-21C7-726F-EA6EFDC8C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6E71A-52D5-1052-5DB2-32C2E61AF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8F156-0DB1-9D72-1FEF-FF8AC7BC0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78255-7913-C7EF-6FA6-4AE6FC4F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00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F5C22-9831-FD8A-DC23-46CD26A8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EF984-7E20-DEC2-3ACD-6F4380D3D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2E95A-4CD9-B79F-D37E-E509C2D55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E4EEB-C5C3-70EB-64A2-BEA9AB9B1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7461E-E1E3-A05C-EF36-736869005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B4DDF-5D4D-3F4A-62E3-96629F8A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503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38485-F440-FABD-953D-037D4EE49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A58D0-ED34-FFBA-4379-5C60792565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1C11A-35AC-C166-414B-DD6F5AB3F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F640B-422E-4CCB-81A3-23F16CCC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91DE8-44A2-A46A-B8BD-3E98F5F84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B2730-384C-5C5C-B2AA-1D00B3303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999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D6F91-12C7-A014-A757-919C88C19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24051E-E601-0AC3-9D52-28DA75316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EB467-64A0-6C4E-ABCF-6A7129DF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C58D6-7A4B-C295-838A-341653EDB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AF0E4-E425-54F8-3517-8558522CD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492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20C1D1-1659-87A4-DA35-AD1DEC486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AC6AE-FE84-53E7-E27C-9EF946441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B1E63-50AF-3C8A-C71A-3DFD33BB0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4A56-35BD-43E8-A3EA-2193DED08BC8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D167D-CC5F-7193-5341-9E569405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1BD0B-DCF2-DEB2-7AF1-D9EA83E6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49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545F90-9B0C-E171-376C-2DBF49FB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C7BFC-7CFD-CDB0-8B53-332A0397D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10238-A93E-3380-FD40-356B0D8A9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A4A56-35BD-43E8-A3EA-2193DED08BC8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8CD97-B266-5192-943E-82B4E0803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F7232-016F-E600-819F-5F9727588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F8F46-C078-4C94-8B44-EC9D5CCD8D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355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transper.com/tapi-video-annotation/project-overview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D2604-4FB8-4D58-ABD1-82A3AC29CB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Video Annotation Project Overview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A34EBB-69EA-287B-2DEC-69AEC86A49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u="sng" dirty="0">
                <a:hlinkClick r:id="rId2"/>
              </a:rPr>
              <a:t>Video Annotation</a:t>
            </a:r>
            <a:endParaRPr lang="en-US" b="1" u="sng" dirty="0"/>
          </a:p>
          <a:p>
            <a:endParaRPr lang="en-US" b="1" u="sng" dirty="0"/>
          </a:p>
          <a:p>
            <a:r>
              <a:rPr lang="en-US" b="1" u="sng" dirty="0" err="1"/>
              <a:t>DataForce</a:t>
            </a:r>
            <a:r>
              <a:rPr lang="en-US" b="1" u="sng" dirty="0"/>
              <a:t> Tapi Video Annotation project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3057048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FBB0C-80D3-7D2F-9E98-0E590E6C3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General Task Info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1230E-82EF-3CD4-9FEF-ACC4BF608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Your annotation tasks include </a:t>
            </a:r>
            <a:r>
              <a:rPr lang="en-IN" dirty="0" err="1"/>
              <a:t>labeling</a:t>
            </a:r>
            <a:r>
              <a:rPr lang="en-IN" dirty="0"/>
              <a:t>:</a:t>
            </a:r>
          </a:p>
          <a:p>
            <a:r>
              <a:rPr lang="en-IN" dirty="0"/>
              <a:t>Environment &amp; Area settings</a:t>
            </a:r>
          </a:p>
          <a:p>
            <a:r>
              <a:rPr lang="en-IN" dirty="0"/>
              <a:t>Road topology</a:t>
            </a:r>
          </a:p>
          <a:p>
            <a:r>
              <a:rPr lang="en-IN" dirty="0"/>
              <a:t>Events</a:t>
            </a:r>
          </a:p>
          <a:p>
            <a:r>
              <a:rPr lang="en-IN" dirty="0"/>
              <a:t>Movements (</a:t>
            </a:r>
            <a:r>
              <a:rPr lang="en-IN" dirty="0" err="1"/>
              <a:t>behaviors</a:t>
            </a:r>
            <a:r>
              <a:rPr lang="en-IN" dirty="0"/>
              <a:t>)</a:t>
            </a:r>
          </a:p>
          <a:p>
            <a:r>
              <a:rPr lang="en-IN" dirty="0"/>
              <a:t>Static objects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997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1224C-5800-9539-6F3A-BAAC15994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Task Details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942FF-6247-A6F8-17A7-DB18F955E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Tags for Objects/Elements </a:t>
            </a:r>
            <a:endParaRPr lang="en-IN" sz="2000" dirty="0"/>
          </a:p>
          <a:p>
            <a:r>
              <a:rPr lang="en-IN" dirty="0"/>
              <a:t>Environment &amp; settings</a:t>
            </a:r>
            <a:endParaRPr lang="en-IN" sz="2000" dirty="0"/>
          </a:p>
          <a:p>
            <a:r>
              <a:rPr lang="en-IN" dirty="0"/>
              <a:t>Events</a:t>
            </a:r>
            <a:endParaRPr lang="en-IN" sz="2000" dirty="0"/>
          </a:p>
          <a:p>
            <a:r>
              <a:rPr lang="en-IN" dirty="0"/>
              <a:t>Road Topology</a:t>
            </a:r>
            <a:endParaRPr lang="en-IN" sz="2000" dirty="0"/>
          </a:p>
          <a:p>
            <a:r>
              <a:rPr lang="en-IN" dirty="0"/>
              <a:t>Movements</a:t>
            </a:r>
            <a:endParaRPr lang="en-IN" sz="2000" dirty="0"/>
          </a:p>
          <a:p>
            <a:pPr lvl="1"/>
            <a:r>
              <a:rPr lang="en-IN" dirty="0"/>
              <a:t>Movement - Ego</a:t>
            </a:r>
            <a:endParaRPr lang="en-IN" sz="1800" dirty="0"/>
          </a:p>
          <a:p>
            <a:pPr lvl="1"/>
            <a:r>
              <a:rPr lang="en-IN" dirty="0"/>
              <a:t>Movement - Vehicle</a:t>
            </a:r>
            <a:endParaRPr lang="en-IN" sz="1800" dirty="0"/>
          </a:p>
          <a:p>
            <a:pPr lvl="1"/>
            <a:r>
              <a:rPr lang="en-IN" dirty="0"/>
              <a:t>Movement - Animal</a:t>
            </a:r>
            <a:endParaRPr lang="en-IN" sz="1800" dirty="0"/>
          </a:p>
          <a:p>
            <a:pPr lvl="1"/>
            <a:r>
              <a:rPr lang="en-IN" dirty="0"/>
              <a:t>Movement - Bicyclist</a:t>
            </a:r>
            <a:endParaRPr lang="en-IN" sz="1800" dirty="0"/>
          </a:p>
          <a:p>
            <a:pPr lvl="1"/>
            <a:r>
              <a:rPr lang="en-IN" dirty="0"/>
              <a:t>Movement - Pedestrian</a:t>
            </a:r>
            <a:endParaRPr lang="en-IN" sz="1800" dirty="0"/>
          </a:p>
          <a:p>
            <a:r>
              <a:rPr lang="en-IN" dirty="0"/>
              <a:t>Static objects</a:t>
            </a:r>
            <a:endParaRPr lang="en-IN" sz="2000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Average Handling Time</a:t>
            </a:r>
            <a:endParaRPr lang="en-IN" sz="2000" dirty="0"/>
          </a:p>
          <a:p>
            <a:r>
              <a:rPr lang="en-IN" dirty="0"/>
              <a:t>5-6 videos per hour (video length </a:t>
            </a:r>
            <a:r>
              <a:rPr lang="en-IN" b="1" dirty="0"/>
              <a:t>avg. 36s</a:t>
            </a:r>
            <a:r>
              <a:rPr lang="en-IN" dirty="0"/>
              <a:t>)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8482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9D4E-2EEC-D36C-CDB9-72B62D822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F30E3-F2AE-9460-CABB-4DBA03A33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722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6084</TotalTime>
  <Words>82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Video Annotation Project Overview</vt:lpstr>
      <vt:lpstr>General Task Info </vt:lpstr>
      <vt:lpstr>Project Task Details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 Pro</dc:creator>
  <cp:lastModifiedBy>Bon Pro</cp:lastModifiedBy>
  <cp:revision>2</cp:revision>
  <dcterms:created xsi:type="dcterms:W3CDTF">2026-07-12T01:16:17Z</dcterms:created>
  <dcterms:modified xsi:type="dcterms:W3CDTF">2026-07-19T02:19:16Z</dcterms:modified>
</cp:coreProperties>
</file>